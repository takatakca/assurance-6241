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2e3ac35f034ee5" /><Relationship Type="http://schemas.openxmlformats.org/officeDocument/2006/relationships/extended-properties" Target="/docProps/app.xml" Id="R0c256fa9185d455d" /><Relationship Type="http://schemas.openxmlformats.org/officeDocument/2006/relationships/officeDocument" Target="/ppt/presentation.xml" Id="R95606a1de34d4086" /></Relationships>
</file>

<file path=ppt/presentation.xml><?xml version="1.0" encoding="utf-8"?>
<p:presentation xmlns:p="http://schemas.openxmlformats.org/presentationml/2006/main">
  <p:sldMasterIdLst>
    <p:sldMasterId xmlns:r="http://schemas.openxmlformats.org/officeDocument/2006/relationships" id="2147483648" r:id="R1ef32dbb02754318"/>
  </p:sldMasterIdLst>
  <p:notesMasterIdLst>
    <p:notesMasterId xmlns:r="http://schemas.openxmlformats.org/officeDocument/2006/relationships" r:id="R810f1e892e654550"/>
  </p:notesMasterIdLst>
  <p:sldIdLst>
    <p:sldId xmlns:r="http://schemas.openxmlformats.org/officeDocument/2006/relationships" id="256" r:id="R8ba0363f7d574aea"/>
    <p:sldId xmlns:r="http://schemas.openxmlformats.org/officeDocument/2006/relationships" id="257" r:id="Rc698b6c0daf14dfd"/>
    <p:sldId xmlns:r="http://schemas.openxmlformats.org/officeDocument/2006/relationships" id="258" r:id="Reaf23bf1beb04616"/>
    <p:sldId xmlns:r="http://schemas.openxmlformats.org/officeDocument/2006/relationships" id="259" r:id="Rfbeb23d5513542ab"/>
    <p:sldId xmlns:r="http://schemas.openxmlformats.org/officeDocument/2006/relationships" id="260" r:id="R2a5f84ea5e164074"/>
    <p:sldId xmlns:r="http://schemas.openxmlformats.org/officeDocument/2006/relationships" id="261" r:id="R87f149dde79f4082"/>
    <p:sldId xmlns:r="http://schemas.openxmlformats.org/officeDocument/2006/relationships" id="262" r:id="R2fa7836d3baf49cb"/>
    <p:sldId xmlns:r="http://schemas.openxmlformats.org/officeDocument/2006/relationships" id="263" r:id="R18d2c737b6bb4884"/>
    <p:sldId xmlns:r="http://schemas.openxmlformats.org/officeDocument/2006/relationships" id="264" r:id="R520b1767748842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fc6eea35094e29" /><Relationship Type="http://schemas.openxmlformats.org/officeDocument/2006/relationships/slideMaster" Target="/ppt/slideMasters/slideMaster1.xml" Id="R1ef32dbb02754318" /><Relationship Type="http://schemas.openxmlformats.org/officeDocument/2006/relationships/notesMaster" Target="/ppt/notesMasters/notesMaster1.xml" Id="R810f1e892e654550" /><Relationship Type="http://schemas.openxmlformats.org/officeDocument/2006/relationships/presProps" Target="/ppt/presProps.xml" Id="Re42d583fff6d4a9c" /><Relationship Type="http://schemas.openxmlformats.org/officeDocument/2006/relationships/tableStyles" Target="/ppt/tableStyles.xml" Id="R17975d867f3342bc" /><Relationship Type="http://schemas.openxmlformats.org/officeDocument/2006/relationships/slide" Target="/ppt/slides/slide1.xml" Id="R8ba0363f7d574aea" /><Relationship Type="http://schemas.openxmlformats.org/officeDocument/2006/relationships/slide" Target="/ppt/slides/slide2.xml" Id="Rc698b6c0daf14dfd" /><Relationship Type="http://schemas.openxmlformats.org/officeDocument/2006/relationships/slide" Target="/ppt/slides/slide3.xml" Id="Reaf23bf1beb04616" /><Relationship Type="http://schemas.openxmlformats.org/officeDocument/2006/relationships/slide" Target="/ppt/slides/slide4.xml" Id="Rfbeb23d5513542ab" /><Relationship Type="http://schemas.openxmlformats.org/officeDocument/2006/relationships/slide" Target="/ppt/slides/slide5.xml" Id="R2a5f84ea5e164074" /><Relationship Type="http://schemas.openxmlformats.org/officeDocument/2006/relationships/slide" Target="/ppt/slides/slide6.xml" Id="R87f149dde79f4082" /><Relationship Type="http://schemas.openxmlformats.org/officeDocument/2006/relationships/slide" Target="/ppt/slides/slide7.xml" Id="R2fa7836d3baf49cb" /><Relationship Type="http://schemas.openxmlformats.org/officeDocument/2006/relationships/slide" Target="/ppt/slides/slide8.xml" Id="R18d2c737b6bb4884" /><Relationship Type="http://schemas.openxmlformats.org/officeDocument/2006/relationships/slide" Target="/ppt/slides/slide9.xml" Id="R520b1767748842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4721e2c23f4e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80974fd7ce45e2" /><Relationship Type="http://schemas.openxmlformats.org/officeDocument/2006/relationships/notesMaster" Target="/ppt/notesMasters/notesMaster1.xml" Id="R63d492dc47c749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74b9a8b4fc4a49" /><Relationship Type="http://schemas.openxmlformats.org/officeDocument/2006/relationships/notesMaster" Target="/ppt/notesMasters/notesMaster1.xml" Id="R0dec297c27fe46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c05ebd14ce4a35" /><Relationship Type="http://schemas.openxmlformats.org/officeDocument/2006/relationships/notesMaster" Target="/ppt/notesMasters/notesMaster1.xml" Id="R4838523d8eda4c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a26c5377fe4659" /><Relationship Type="http://schemas.openxmlformats.org/officeDocument/2006/relationships/notesMaster" Target="/ppt/notesMasters/notesMaster1.xml" Id="R2d6dcd38981747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6ae826ad51407d" /><Relationship Type="http://schemas.openxmlformats.org/officeDocument/2006/relationships/notesMaster" Target="/ppt/notesMasters/notesMaster1.xml" Id="R9832f907348542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4f86f142a44540" /><Relationship Type="http://schemas.openxmlformats.org/officeDocument/2006/relationships/notesMaster" Target="/ppt/notesMasters/notesMaster1.xml" Id="R4dfad4d8182c48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164d430f6b4f20" /><Relationship Type="http://schemas.openxmlformats.org/officeDocument/2006/relationships/notesMaster" Target="/ppt/notesMasters/notesMaster1.xml" Id="R39db12a5ef104b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354751bb764dd7" /><Relationship Type="http://schemas.openxmlformats.org/officeDocument/2006/relationships/notesMaster" Target="/ppt/notesMasters/notesMaster1.xml" Id="R5aecc26181dd49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cdbb8b3d494f9f" /><Relationship Type="http://schemas.openxmlformats.org/officeDocument/2006/relationships/notesMaster" Target="/ppt/notesMasters/notesMaster1.xml" Id="R85fc5a0e6d5c41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master comptable préparé à partir des documents locaux listés dans comptabilite-synthese.json. Les montants judiciairement réclamables et la perte finale ne sont pas établis. Cette présentation décrit les pièces et les rapprochements à accomplir.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 6241 Léger/10_Archive_avocat_2026-10-05/REGISTRE-EQUIPEMENTS.csv; GRAND-LIVRE-ORIGINAL-feuille-1.csv; copie Hadmo du 22 avril 2025; factures CWIQUWOL-0001 à 0005. Aucune combinaison automatique des trois ensembles.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6241 Léger/10_Archive_avocat_2026-10-05/GRAND-LIVRE-ORIGINAL-feuille-1.csv, lignes 6–16. extrait CSV contrôlé.</a:t>
            </a:r>
          </a:p>
          <a:p xmlns:a="http://schemas.openxmlformats.org/drawingml/2006/main">
            <a:r>
              <a:t>6241 Léger/10_Archive_avocat_2026-10-05/comptabilite-ventes2024/Uber-Ventes-2024- final.xlsx, Ventes total 2024!C7:C17. cellules originales relues.</a:t>
            </a:r>
          </a:p>
          <a:p xmlns:a="http://schemas.openxmlformats.org/drawingml/2006/main">
            <a:r>
              <a:t>6241 Léger/10_Archive_avocat_2026-10-05/comptabilite-ventes2024/Doordash-ventes-2024-final.xlsx, Ventes total 2024!C6:C15. cellules originales relues.</a:t>
            </a:r>
          </a:p>
          <a:p xmlns:a="http://schemas.openxmlformats.org/drawingml/2006/main">
            <a:r>
              <a:t>Ne pas additionner les plateformes au grand livre. Devise $ présumée CAD.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6241 Léger/10_Archive_avocat_2026-10-05/sources/Invoice-CWIQUWOL-0001 (4).pdf, pages 1–2.</a:t>
            </a:r>
          </a:p>
          <a:p xmlns:a="http://schemas.openxmlformats.org/drawingml/2006/main">
            <a:r>
              <a:t>6241 Léger/10_Archive_avocat_2026-10-05/sources/Invoice-CWIQUWOL-0002 (3).pdf, pages 1–2.</a:t>
            </a:r>
          </a:p>
          <a:p xmlns:a="http://schemas.openxmlformats.org/drawingml/2006/main">
            <a:r>
              <a:t>6241 Léger/10_Archive_avocat_2026-10-05/sources/Invoice-CWIQUWOL-0003 (4).pdf, pages 1–2.</a:t>
            </a:r>
          </a:p>
          <a:p xmlns:a="http://schemas.openxmlformats.org/drawingml/2006/main">
            <a:r>
              <a:t>6241 Léger/10_Archive_avocat_2026-10-05/sources/Invoice-CWIQUWOL-0004.pdf, pages 1–2.</a:t>
            </a:r>
          </a:p>
          <a:p xmlns:a="http://schemas.openxmlformats.org/drawingml/2006/main">
            <a:r>
              <a:t>6241 Léger/10_Archive_avocat_2026-10-05/sources/Invoice-CWIQUWOL-0005 (1).pdf, pages 1–2.</a:t>
            </a:r>
          </a:p>
          <a:p xmlns:a="http://schemas.openxmlformats.org/drawingml/2006/main">
            <a:r>
              <a:t>Les factures 0002, 0003 et 0004 identifient les anciennes versions annulées. La présence de 0005 dans ce lot ne tranche pas une dette reconnue.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6241 Léger/10_Archive_avocat_2026-10-05/joey-rapport7-avril2025/Copi Hadmo_3621dc63-820c-4470-95be-cdb7f345317c oeuf 22 avril 2025.xlsx, Feuil1 F63, H63, H65, H69, H71, H73. Calcul relu et reproduit : 80 918,31 − 1 000 − 24 136,06 − 37 288,16 = 18 494,09. Réserve K55 = SUM(K20:K54) affiche 82 400; les cellules K13 et K18 valent 11 500 et 2 700 et sont hors de cette plage. Portée à expliquer. Le total réclamé source ne constitue pas un nouveau calcul de perte.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 6241 Léger/03_Courriels/Analyse_consolidee/emails-index.json, messages 19e847d75c50497e (transfert du 1 juin 2026 contenant l’échange du 20 février 2025), 19c3887029c39b3e (transfert du 7 février 2026 contenant les échanges du 29 octobre et du 6 novembre 2025). Les reprises de la même chaîne ne sont pas de nouveaux paiements. Aucune somme globale encaissée déduite.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6241 Léger/10_Archive_avocat_2026-10-05/photos-reparations-janvier2025/1000069200.jpg et 1000069214.jpg. Copies orientées de lecture utilisées pour présentation, originaux conservés. A315 : HT 7 900 + TPS 395 + TVQ 788,03. N82145 : HT 6 700,68 + TPS 335,03 + TVQ 668,39, dépôt 700 + payé 7 004,10, solde 0. Le tampon payé ne démontre pas une livraison de remplacement; identité et fin des travaux non établies ici.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6241 Léger/10_Archive_avocat_2026-10-05/REGISTRE-EQUIPEMENTS.csv, ANN-01 à ANN-27. Formule de travail du master, pas détermination juridique d’admissibilité. Les champs ne sont pas remplis par extrapolation des factures historiques. Les coûts, taxes, indemnités, valeur résiduelle, méthode, pièce et validation doivent être renseignés.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Points tirés des écarts documentés dans le master, des originaux des factures, du registre équipements et des échanges HSB. Les anciennes réponses d’assistant ne remplacent pas les originaux. Aucune correction systématique de dates de +1 an n’a été appliquée. Les valeurs incertaines demeurent explicitement non établies.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dfaff08e1d422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640e23b750a41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0a7dd3d6f314b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2c88c5feba4a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3b88819a24d41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a0a8dc5d2654a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16F03C-EAB9-4F4A-95B2-3E91EBAFC04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DA0F0A5-23DB-4E5D-8524-2BC86262937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AB666BB-2F5A-424C-AB7D-8BAA5A3E68F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17DDBE-10E4-48FC-A59B-1DC57611A9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8905CA-C9EB-4D2A-8AFE-3111B227516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8E82770-9CEB-4648-954D-3E8EE76381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8E1D42-9A7B-44FD-A55E-73F277E58B4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DFA7236-9999-425F-8287-B8A82B99ABE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235DEA-4A44-4DA1-8784-D2DD9E2E80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DF70F5-3948-46C9-A436-2A04EA9A2D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ad51b629664df6" /><Relationship Type="http://schemas.openxmlformats.org/officeDocument/2006/relationships/slideLayout" Target="/ppt/slideLayouts/slideLayout1.xml" Id="R04ade4ed58874de6" /><Relationship Type="http://schemas.openxmlformats.org/officeDocument/2006/relationships/slideLayout" Target="/ppt/slideLayouts/slideLayout2.xml" Id="R856020199a0747ac" /><Relationship Type="http://schemas.openxmlformats.org/officeDocument/2006/relationships/slideLayout" Target="/ppt/slideLayouts/slideLayout3.xml" Id="Ra1327ea674f74696" /><Relationship Type="http://schemas.openxmlformats.org/officeDocument/2006/relationships/slideLayout" Target="/ppt/slideLayouts/slideLayout4.xml" Id="R89150a7471cb4bf6" /><Relationship Type="http://schemas.openxmlformats.org/officeDocument/2006/relationships/slideLayout" Target="/ppt/slideLayouts/slideLayout5.xml" Id="Rfdedf62fba8e4884" /><Relationship Type="http://schemas.openxmlformats.org/officeDocument/2006/relationships/slideLayout" Target="/ppt/slideLayouts/slideLayout6.xml" Id="R59aa73d422c44d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ade4ed58874de6"/>
    <p:sldLayoutId xmlns:r="http://schemas.openxmlformats.org/officeDocument/2006/relationships" id="2147483650" r:id="R856020199a0747ac"/>
    <p:sldLayoutId xmlns:r="http://schemas.openxmlformats.org/officeDocument/2006/relationships" id="2147483651" r:id="Ra1327ea674f74696"/>
    <p:sldLayoutId xmlns:r="http://schemas.openxmlformats.org/officeDocument/2006/relationships" id="2147483652" r:id="R89150a7471cb4bf6"/>
    <p:sldLayoutId xmlns:r="http://schemas.openxmlformats.org/officeDocument/2006/relationships" id="2147483653" r:id="Rfdedf62fba8e4884"/>
    <p:sldLayoutId xmlns:r="http://schemas.openxmlformats.org/officeDocument/2006/relationships" id="2147483654" r:id="R59aa73d422c44d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f2385ca6a854a27" /><Relationship Type="http://schemas.openxmlformats.org/officeDocument/2006/relationships/notesSlide" Target="/ppt/notesSlides/notesSlide1.xml" Id="R1ec51eb22c9149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3be8cdc7c6f4b56" /><Relationship Type="http://schemas.openxmlformats.org/officeDocument/2006/relationships/notesSlide" Target="/ppt/notesSlides/notesSlide2.xml" Id="Rd57778581c1743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64a6581041b46f5" /><Relationship Type="http://schemas.openxmlformats.org/officeDocument/2006/relationships/notesSlide" Target="/ppt/notesSlides/notesSlide3.xml" Id="R36a6aa60fb484d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42e09857cc842b0" /><Relationship Type="http://schemas.openxmlformats.org/officeDocument/2006/relationships/notesSlide" Target="/ppt/notesSlides/notesSlide4.xml" Id="R6a9e703c0cb64a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497a13a7d414e99" /><Relationship Type="http://schemas.openxmlformats.org/officeDocument/2006/relationships/notesSlide" Target="/ppt/notesSlides/notesSlide5.xml" Id="Rff217985ede648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441ee1f68244d53" /><Relationship Type="http://schemas.openxmlformats.org/officeDocument/2006/relationships/notesSlide" Target="/ppt/notesSlides/notesSlide6.xml" Id="Rd3d8512c470c48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009ba0fd7a84103" /><Relationship Type="http://schemas.openxmlformats.org/officeDocument/2006/relationships/image" Target="/ppt/media/image.jpeg" Id="R73110b415e914173" /><Relationship Type="http://schemas.openxmlformats.org/officeDocument/2006/relationships/image" Target="/ppt/media/image2.jpeg" Id="Rf411af15edb44806" /><Relationship Type="http://schemas.openxmlformats.org/officeDocument/2006/relationships/notesSlide" Target="/ppt/notesSlides/notesSlide7.xml" Id="R97b3ba65b1b049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0181801af0c4f61" /><Relationship Type="http://schemas.openxmlformats.org/officeDocument/2006/relationships/notesSlide" Target="/ppt/notesSlides/notesSlide8.xml" Id="R9931ea86c33448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4adabd2445e4257" /><Relationship Type="http://schemas.openxmlformats.org/officeDocument/2006/relationships/notesSlide" Target="/ppt/notesSlides/notesSlide9.xml" Id="R4b6ca98564614c73" /></Relationships>
</file>

<file path=ppt/slides/slide1.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ED61DF-22FC-41C0-9AF5-5F52FD3B9C2F}"/>
              </a:ext>
            </a:extLst>
          </p:cNvPr>
          <p:cNvSpPr>
            <a:spLocks xmlns:a="http://schemas.openxmlformats.org/drawingml/2006/main" noGrp="1"/>
          </p:cNvSpPr>
          <p:nvPr/>
        </p:nvSpPr>
        <p:spPr>
          <a:xfrm xmlns:a="http://schemas.openxmlformats.org/drawingml/2006/main">
            <a:off x="609600" y="4381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24D"/>
                </a:solidFill>
                <a:latin typeface="Arial"/>
                <a:ea typeface="Arial"/>
                <a:cs typeface="Arial"/>
              </a:defRPr>
            </a:defPPr>
            <a:lvl1pPr>
              <a:defRPr sz="3300" b="1">
                <a:solidFill>
                  <a:srgbClr val="17324D"/>
                </a:solidFill>
                <a:latin typeface="Arial"/>
                <a:ea typeface="Arial"/>
                <a:cs typeface="Arial"/>
              </a:defRPr>
            </a:lvl1pPr>
            <a:lvl2pPr>
              <a:defRPr sz="3300" b="1">
                <a:solidFill>
                  <a:srgbClr val="17324D"/>
                </a:solidFill>
                <a:latin typeface="Arial"/>
                <a:ea typeface="Arial"/>
                <a:cs typeface="Arial"/>
              </a:defRPr>
            </a:lvl2pPr>
            <a:lvl3pPr>
              <a:defRPr sz="3300" b="1">
                <a:solidFill>
                  <a:srgbClr val="17324D"/>
                </a:solidFill>
                <a:latin typeface="Arial"/>
                <a:ea typeface="Arial"/>
                <a:cs typeface="Arial"/>
              </a:defRPr>
            </a:lvl3pPr>
            <a:lvl4pPr>
              <a:defRPr sz="3300" b="1">
                <a:solidFill>
                  <a:srgbClr val="17324D"/>
                </a:solidFill>
                <a:latin typeface="Arial"/>
                <a:ea typeface="Arial"/>
                <a:cs typeface="Arial"/>
              </a:defRPr>
            </a:lvl4pPr>
            <a:lvl5pPr>
              <a:defRPr sz="3300" b="1">
                <a:solidFill>
                  <a:srgbClr val="17324D"/>
                </a:solidFill>
                <a:latin typeface="Arial"/>
                <a:ea typeface="Arial"/>
                <a:cs typeface="Arial"/>
              </a:defRPr>
            </a:lvl5pPr>
            <a:lvl6pPr>
              <a:defRPr sz="3300" b="1">
                <a:solidFill>
                  <a:srgbClr val="17324D"/>
                </a:solidFill>
                <a:latin typeface="Arial"/>
                <a:ea typeface="Arial"/>
                <a:cs typeface="Arial"/>
              </a:defRPr>
            </a:lvl6pPr>
            <a:lvl7pPr>
              <a:defRPr sz="3300" b="1">
                <a:solidFill>
                  <a:srgbClr val="17324D"/>
                </a:solidFill>
                <a:latin typeface="Arial"/>
                <a:ea typeface="Arial"/>
                <a:cs typeface="Arial"/>
              </a:defRPr>
            </a:lvl7pPr>
            <a:lvl8pPr>
              <a:defRPr sz="3300" b="1">
                <a:solidFill>
                  <a:srgbClr val="17324D"/>
                </a:solidFill>
                <a:latin typeface="Arial"/>
                <a:ea typeface="Arial"/>
                <a:cs typeface="Arial"/>
              </a:defRPr>
            </a:lvl8pPr>
            <a:lvl9pPr>
              <a:defRPr sz="3300" b="1">
                <a:solidFill>
                  <a:srgbClr val="17324D"/>
                </a:solidFill>
                <a:latin typeface="Arial"/>
                <a:ea typeface="Arial"/>
                <a:cs typeface="Arial"/>
              </a:defRPr>
            </a:lvl9pPr>
          </a:lstStyle>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Dossier comptable et pertes</a:t>
            </a:r>
          </a:p>
        </p:txBody>
      </p:sp>
      <p:sp>
        <p:nvSpPr>
          <p:cNvPr id="2" name="">
            <a:extLst xmlns:a="http://schemas.openxmlformats.org/drawingml/2006/main">
              <a:ext uri="{FF2B5EF4-FFF2-40B4-BE49-F238E27FC236}">
                <a16:creationId xmlns:a16="http://schemas.microsoft.com/office/drawing/2014/main" id="{2129B1D9-BBBE-499A-9B63-405D28DCC23F}"/>
              </a:ext>
            </a:extLst>
          </p:cNvPr>
          <p:cNvSpPr>
            <a:spLocks xmlns:a="http://schemas.openxmlformats.org/drawingml/2006/main" noGrp="1"/>
          </p:cNvSpPr>
          <p:nvPr/>
        </p:nvSpPr>
        <p:spPr>
          <a:xfrm xmlns:a="http://schemas.openxmlformats.org/drawingml/2006/main">
            <a:off x="609600" y="643890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16374"/>
                </a:solidFill>
                <a:latin typeface="Arial"/>
                <a:ea typeface="Arial"/>
                <a:cs typeface="Arial"/>
              </a:defRPr>
            </a:defPPr>
            <a:lvl1pPr>
              <a:defRPr sz="1125" b="0">
                <a:solidFill>
                  <a:srgbClr val="516374"/>
                </a:solidFill>
                <a:latin typeface="Arial"/>
                <a:ea typeface="Arial"/>
                <a:cs typeface="Arial"/>
              </a:defRPr>
            </a:lvl1pPr>
            <a:lvl2pPr>
              <a:defRPr sz="1125" b="0">
                <a:solidFill>
                  <a:srgbClr val="516374"/>
                </a:solidFill>
                <a:latin typeface="Arial"/>
                <a:ea typeface="Arial"/>
                <a:cs typeface="Arial"/>
              </a:defRPr>
            </a:lvl2pPr>
            <a:lvl3pPr>
              <a:defRPr sz="1125" b="0">
                <a:solidFill>
                  <a:srgbClr val="516374"/>
                </a:solidFill>
                <a:latin typeface="Arial"/>
                <a:ea typeface="Arial"/>
                <a:cs typeface="Arial"/>
              </a:defRPr>
            </a:lvl3pPr>
            <a:lvl4pPr>
              <a:defRPr sz="1125" b="0">
                <a:solidFill>
                  <a:srgbClr val="516374"/>
                </a:solidFill>
                <a:latin typeface="Arial"/>
                <a:ea typeface="Arial"/>
                <a:cs typeface="Arial"/>
              </a:defRPr>
            </a:lvl4pPr>
            <a:lvl5pPr>
              <a:defRPr sz="1125" b="0">
                <a:solidFill>
                  <a:srgbClr val="516374"/>
                </a:solidFill>
                <a:latin typeface="Arial"/>
                <a:ea typeface="Arial"/>
                <a:cs typeface="Arial"/>
              </a:defRPr>
            </a:lvl5pPr>
            <a:lvl6pPr>
              <a:defRPr sz="1125" b="0">
                <a:solidFill>
                  <a:srgbClr val="516374"/>
                </a:solidFill>
                <a:latin typeface="Arial"/>
                <a:ea typeface="Arial"/>
                <a:cs typeface="Arial"/>
              </a:defRPr>
            </a:lvl6pPr>
            <a:lvl7pPr>
              <a:defRPr sz="1125" b="0">
                <a:solidFill>
                  <a:srgbClr val="516374"/>
                </a:solidFill>
                <a:latin typeface="Arial"/>
                <a:ea typeface="Arial"/>
                <a:cs typeface="Arial"/>
              </a:defRPr>
            </a:lvl7pPr>
            <a:lvl8pPr>
              <a:defRPr sz="1125" b="0">
                <a:solidFill>
                  <a:srgbClr val="516374"/>
                </a:solidFill>
                <a:latin typeface="Arial"/>
                <a:ea typeface="Arial"/>
                <a:cs typeface="Arial"/>
              </a:defRPr>
            </a:lvl8pPr>
            <a:lvl9pPr>
              <a:defRPr sz="1125" b="0">
                <a:solidFill>
                  <a:srgbClr val="516374"/>
                </a:solidFill>
                <a:latin typeface="Arial"/>
                <a:ea typeface="Arial"/>
                <a:cs typeface="Arial"/>
              </a:defRPr>
            </a:lvl9pPr>
          </a:lstStyle>
          <a:p xmlns:a="http://schemas.openxmlformats.org/drawingml/2006/main">
            <a:pPr>
              <a:defRPr sz="1125" b="0">
                <a:solidFill>
                  <a:srgbClr val="516374"/>
                </a:solidFill>
                <a:latin typeface="Arial"/>
                <a:ea typeface="Arial"/>
                <a:cs typeface="Arial"/>
              </a:defRPr>
            </a:pPr>
            <a:r>
              <a:rPr sz="1125" b="0">
                <a:solidFill>
                  <a:srgbClr val="516374"/>
                </a:solidFill>
                <a:latin typeface="Arial"/>
                <a:ea typeface="Arial"/>
                <a:cs typeface="Arial"/>
              </a:rPr>
              <a:t>6241 boulevard Léger  |  21 octobre 2026</a:t>
            </a:r>
          </a:p>
        </p:txBody>
      </p:sp>
      <p:sp>
        <p:nvSpPr>
          <p:cNvPr id="3" name="">
            <a:extLst xmlns:a="http://schemas.openxmlformats.org/drawingml/2006/main">
              <a:ext uri="{FF2B5EF4-FFF2-40B4-BE49-F238E27FC236}">
                <a16:creationId xmlns:a16="http://schemas.microsoft.com/office/drawing/2014/main" id="{77FC9E6A-8286-4566-8BBB-41A9E03B96BC}"/>
              </a:ext>
            </a:extLst>
          </p:cNvPr>
          <p:cNvSpPr>
            <a:spLocks xmlns:a="http://schemas.openxmlformats.org/drawingml/2006/main" noGrp="1"/>
          </p:cNvSpPr>
          <p:nvPr/>
        </p:nvSpPr>
        <p:spPr>
          <a:xfrm xmlns:a="http://schemas.openxmlformats.org/drawingml/2006/main">
            <a:off x="11096625" y="64008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16374"/>
                </a:solidFill>
                <a:latin typeface="Arial"/>
                <a:ea typeface="Arial"/>
                <a:cs typeface="Arial"/>
              </a:defRPr>
            </a:defPPr>
            <a:lvl1pPr>
              <a:defRPr sz="1350" b="0">
                <a:solidFill>
                  <a:srgbClr val="516374"/>
                </a:solidFill>
                <a:latin typeface="Arial"/>
                <a:ea typeface="Arial"/>
                <a:cs typeface="Arial"/>
              </a:defRPr>
            </a:lvl1pPr>
            <a:lvl2pPr>
              <a:defRPr sz="1350" b="0">
                <a:solidFill>
                  <a:srgbClr val="516374"/>
                </a:solidFill>
                <a:latin typeface="Arial"/>
                <a:ea typeface="Arial"/>
                <a:cs typeface="Arial"/>
              </a:defRPr>
            </a:lvl2pPr>
            <a:lvl3pPr>
              <a:defRPr sz="1350" b="0">
                <a:solidFill>
                  <a:srgbClr val="516374"/>
                </a:solidFill>
                <a:latin typeface="Arial"/>
                <a:ea typeface="Arial"/>
                <a:cs typeface="Arial"/>
              </a:defRPr>
            </a:lvl3pPr>
            <a:lvl4pPr>
              <a:defRPr sz="1350" b="0">
                <a:solidFill>
                  <a:srgbClr val="516374"/>
                </a:solidFill>
                <a:latin typeface="Arial"/>
                <a:ea typeface="Arial"/>
                <a:cs typeface="Arial"/>
              </a:defRPr>
            </a:lvl4pPr>
            <a:lvl5pPr>
              <a:defRPr sz="1350" b="0">
                <a:solidFill>
                  <a:srgbClr val="516374"/>
                </a:solidFill>
                <a:latin typeface="Arial"/>
                <a:ea typeface="Arial"/>
                <a:cs typeface="Arial"/>
              </a:defRPr>
            </a:lvl5pPr>
            <a:lvl6pPr>
              <a:defRPr sz="1350" b="0">
                <a:solidFill>
                  <a:srgbClr val="516374"/>
                </a:solidFill>
                <a:latin typeface="Arial"/>
                <a:ea typeface="Arial"/>
                <a:cs typeface="Arial"/>
              </a:defRPr>
            </a:lvl6pPr>
            <a:lvl7pPr>
              <a:defRPr sz="1350" b="0">
                <a:solidFill>
                  <a:srgbClr val="516374"/>
                </a:solidFill>
                <a:latin typeface="Arial"/>
                <a:ea typeface="Arial"/>
                <a:cs typeface="Arial"/>
              </a:defRPr>
            </a:lvl7pPr>
            <a:lvl8pPr>
              <a:defRPr sz="1350" b="0">
                <a:solidFill>
                  <a:srgbClr val="516374"/>
                </a:solidFill>
                <a:latin typeface="Arial"/>
                <a:ea typeface="Arial"/>
                <a:cs typeface="Arial"/>
              </a:defRPr>
            </a:lvl8pPr>
            <a:lvl9pPr>
              <a:defRPr sz="1350" b="0">
                <a:solidFill>
                  <a:srgbClr val="516374"/>
                </a:solidFill>
                <a:latin typeface="Arial"/>
                <a:ea typeface="Arial"/>
                <a:cs typeface="Arial"/>
              </a:defRPr>
            </a:lvl9pPr>
          </a:lstStyle>
          <a:p xmlns:a="http://schemas.openxmlformats.org/drawingml/2006/main">
            <a:pPr>
              <a:defRPr sz="1350" b="0">
                <a:solidFill>
                  <a:srgbClr val="516374"/>
                </a:solidFill>
                <a:latin typeface="Arial"/>
                <a:ea typeface="Arial"/>
                <a:cs typeface="Arial"/>
              </a:defRPr>
            </a:pPr>
            <a:r>
              <a:rPr sz="1350" b="0">
                <a:solidFill>
                  <a:srgbClr val="516374"/>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48F1BEF4-436F-4542-A7D1-101CD7D3BA72}"/>
              </a:ext>
            </a:extLst>
          </p:cNvPr>
          <p:cNvSpPr>
            <a:spLocks xmlns:a="http://schemas.openxmlformats.org/drawingml/2006/main" noGrp="1"/>
          </p:cNvSpPr>
          <p:nvPr/>
        </p:nvSpPr>
        <p:spPr>
          <a:xfrm xmlns:a="http://schemas.openxmlformats.org/drawingml/2006/main">
            <a:off x="609600" y="2038350"/>
            <a:ext cx="108108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350" b="1">
                <a:solidFill>
                  <a:srgbClr val="17324D"/>
                </a:solidFill>
                <a:latin typeface="Arial"/>
                <a:ea typeface="Arial"/>
                <a:cs typeface="Arial"/>
              </a:defRPr>
            </a:defPPr>
            <a:lvl1pPr>
              <a:defRPr sz="4350" b="1">
                <a:solidFill>
                  <a:srgbClr val="17324D"/>
                </a:solidFill>
                <a:latin typeface="Arial"/>
                <a:ea typeface="Arial"/>
                <a:cs typeface="Arial"/>
              </a:defRPr>
            </a:lvl1pPr>
            <a:lvl2pPr>
              <a:defRPr sz="4350" b="1">
                <a:solidFill>
                  <a:srgbClr val="17324D"/>
                </a:solidFill>
                <a:latin typeface="Arial"/>
                <a:ea typeface="Arial"/>
                <a:cs typeface="Arial"/>
              </a:defRPr>
            </a:lvl2pPr>
            <a:lvl3pPr>
              <a:defRPr sz="4350" b="1">
                <a:solidFill>
                  <a:srgbClr val="17324D"/>
                </a:solidFill>
                <a:latin typeface="Arial"/>
                <a:ea typeface="Arial"/>
                <a:cs typeface="Arial"/>
              </a:defRPr>
            </a:lvl3pPr>
            <a:lvl4pPr>
              <a:defRPr sz="4350" b="1">
                <a:solidFill>
                  <a:srgbClr val="17324D"/>
                </a:solidFill>
                <a:latin typeface="Arial"/>
                <a:ea typeface="Arial"/>
                <a:cs typeface="Arial"/>
              </a:defRPr>
            </a:lvl4pPr>
            <a:lvl5pPr>
              <a:defRPr sz="4350" b="1">
                <a:solidFill>
                  <a:srgbClr val="17324D"/>
                </a:solidFill>
                <a:latin typeface="Arial"/>
                <a:ea typeface="Arial"/>
                <a:cs typeface="Arial"/>
              </a:defRPr>
            </a:lvl5pPr>
            <a:lvl6pPr>
              <a:defRPr sz="4350" b="1">
                <a:solidFill>
                  <a:srgbClr val="17324D"/>
                </a:solidFill>
                <a:latin typeface="Arial"/>
                <a:ea typeface="Arial"/>
                <a:cs typeface="Arial"/>
              </a:defRPr>
            </a:lvl6pPr>
            <a:lvl7pPr>
              <a:defRPr sz="4350" b="1">
                <a:solidFill>
                  <a:srgbClr val="17324D"/>
                </a:solidFill>
                <a:latin typeface="Arial"/>
                <a:ea typeface="Arial"/>
                <a:cs typeface="Arial"/>
              </a:defRPr>
            </a:lvl7pPr>
            <a:lvl8pPr>
              <a:defRPr sz="4350" b="1">
                <a:solidFill>
                  <a:srgbClr val="17324D"/>
                </a:solidFill>
                <a:latin typeface="Arial"/>
                <a:ea typeface="Arial"/>
                <a:cs typeface="Arial"/>
              </a:defRPr>
            </a:lvl8pPr>
            <a:lvl9pPr>
              <a:defRPr sz="4350" b="1">
                <a:solidFill>
                  <a:srgbClr val="17324D"/>
                </a:solidFill>
                <a:latin typeface="Arial"/>
                <a:ea typeface="Arial"/>
                <a:cs typeface="Arial"/>
              </a:defRPr>
            </a:lvl9pPr>
          </a:lstStyle>
          <a:p xmlns:a="http://schemas.openxmlformats.org/drawingml/2006/main">
            <a:pPr>
              <a:defRPr sz="4350" b="1">
                <a:solidFill>
                  <a:srgbClr val="17324D"/>
                </a:solidFill>
                <a:latin typeface="Arial"/>
                <a:ea typeface="Arial"/>
                <a:cs typeface="Arial"/>
              </a:defRPr>
            </a:pPr>
            <a:r>
              <a:rPr sz="4350" b="1">
                <a:solidFill>
                  <a:srgbClr val="17324D"/>
                </a:solidFill>
                <a:latin typeface="Arial"/>
                <a:ea typeface="Arial"/>
                <a:cs typeface="Arial"/>
              </a:rPr>
              <a:t>6241 boulevard Léger</a:t>
            </a:r>
          </a:p>
        </p:txBody>
      </p:sp>
      <p:sp>
        <p:nvSpPr>
          <p:cNvPr id="5" name="">
            <a:extLst xmlns:a="http://schemas.openxmlformats.org/drawingml/2006/main">
              <a:ext uri="{FF2B5EF4-FFF2-40B4-BE49-F238E27FC236}">
                <a16:creationId xmlns:a16="http://schemas.microsoft.com/office/drawing/2014/main" id="{27D07968-04DB-43F5-88CC-2A2A41E7CDCC}"/>
              </a:ext>
            </a:extLst>
          </p:cNvPr>
          <p:cNvSpPr>
            <a:spLocks xmlns:a="http://schemas.openxmlformats.org/drawingml/2006/main" noGrp="1"/>
          </p:cNvSpPr>
          <p:nvPr/>
        </p:nvSpPr>
        <p:spPr>
          <a:xfrm xmlns:a="http://schemas.openxmlformats.org/drawingml/2006/main">
            <a:off x="638175" y="3048000"/>
            <a:ext cx="10572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243542"/>
                </a:solidFill>
                <a:latin typeface="Arial"/>
                <a:ea typeface="Arial"/>
                <a:cs typeface="Arial"/>
              </a:defRPr>
            </a:defPPr>
            <a:lvl1pPr>
              <a:defRPr sz="2250" b="0">
                <a:solidFill>
                  <a:srgbClr val="243542"/>
                </a:solidFill>
                <a:latin typeface="Arial"/>
                <a:ea typeface="Arial"/>
                <a:cs typeface="Arial"/>
              </a:defRPr>
            </a:lvl1pPr>
            <a:lvl2pPr>
              <a:defRPr sz="2250" b="0">
                <a:solidFill>
                  <a:srgbClr val="243542"/>
                </a:solidFill>
                <a:latin typeface="Arial"/>
                <a:ea typeface="Arial"/>
                <a:cs typeface="Arial"/>
              </a:defRPr>
            </a:lvl2pPr>
            <a:lvl3pPr>
              <a:defRPr sz="2250" b="0">
                <a:solidFill>
                  <a:srgbClr val="243542"/>
                </a:solidFill>
                <a:latin typeface="Arial"/>
                <a:ea typeface="Arial"/>
                <a:cs typeface="Arial"/>
              </a:defRPr>
            </a:lvl3pPr>
            <a:lvl4pPr>
              <a:defRPr sz="2250" b="0">
                <a:solidFill>
                  <a:srgbClr val="243542"/>
                </a:solidFill>
                <a:latin typeface="Arial"/>
                <a:ea typeface="Arial"/>
                <a:cs typeface="Arial"/>
              </a:defRPr>
            </a:lvl4pPr>
            <a:lvl5pPr>
              <a:defRPr sz="2250" b="0">
                <a:solidFill>
                  <a:srgbClr val="243542"/>
                </a:solidFill>
                <a:latin typeface="Arial"/>
                <a:ea typeface="Arial"/>
                <a:cs typeface="Arial"/>
              </a:defRPr>
            </a:lvl5pPr>
            <a:lvl6pPr>
              <a:defRPr sz="2250" b="0">
                <a:solidFill>
                  <a:srgbClr val="243542"/>
                </a:solidFill>
                <a:latin typeface="Arial"/>
                <a:ea typeface="Arial"/>
                <a:cs typeface="Arial"/>
              </a:defRPr>
            </a:lvl6pPr>
            <a:lvl7pPr>
              <a:defRPr sz="2250" b="0">
                <a:solidFill>
                  <a:srgbClr val="243542"/>
                </a:solidFill>
                <a:latin typeface="Arial"/>
                <a:ea typeface="Arial"/>
                <a:cs typeface="Arial"/>
              </a:defRPr>
            </a:lvl7pPr>
            <a:lvl8pPr>
              <a:defRPr sz="2250" b="0">
                <a:solidFill>
                  <a:srgbClr val="243542"/>
                </a:solidFill>
                <a:latin typeface="Arial"/>
                <a:ea typeface="Arial"/>
                <a:cs typeface="Arial"/>
              </a:defRPr>
            </a:lvl8pPr>
            <a:lvl9pPr>
              <a:defRPr sz="2250" b="0">
                <a:solidFill>
                  <a:srgbClr val="243542"/>
                </a:solidFill>
                <a:latin typeface="Arial"/>
                <a:ea typeface="Arial"/>
                <a:cs typeface="Arial"/>
              </a:defRPr>
            </a:lvl9pPr>
          </a:lstStyle>
          <a:p xmlns:a="http://schemas.openxmlformats.org/drawingml/2006/main">
            <a:pPr>
              <a:defRPr sz="2250" b="0">
                <a:solidFill>
                  <a:srgbClr val="243542"/>
                </a:solidFill>
                <a:latin typeface="Arial"/>
                <a:ea typeface="Arial"/>
                <a:cs typeface="Arial"/>
              </a:defRPr>
            </a:pPr>
            <a:r>
              <a:rPr sz="2250" b="0">
                <a:solidFill>
                  <a:srgbClr val="243542"/>
                </a:solidFill>
                <a:latin typeface="Arial"/>
                <a:ea typeface="Arial"/>
                <a:cs typeface="Arial"/>
              </a:rPr>
              <a:t>Quadro — assurance historique et déménagement</a:t>
            </a:r>
          </a:p>
        </p:txBody>
      </p:sp>
      <p:sp>
        <p:nvSpPr>
          <p:cNvPr id="6" name="">
            <a:extLst xmlns:a="http://schemas.openxmlformats.org/drawingml/2006/main">
              <a:ext uri="{FF2B5EF4-FFF2-40B4-BE49-F238E27FC236}">
                <a16:creationId xmlns:a16="http://schemas.microsoft.com/office/drawing/2014/main" id="{659ADE4F-110E-413D-8566-BE7A5A7E08F4}"/>
              </a:ext>
            </a:extLst>
          </p:cNvPr>
          <p:cNvSpPr>
            <a:spLocks xmlns:a="http://schemas.openxmlformats.org/drawingml/2006/main" noGrp="1"/>
          </p:cNvSpPr>
          <p:nvPr/>
        </p:nvSpPr>
        <p:spPr>
          <a:xfrm xmlns:a="http://schemas.openxmlformats.org/drawingml/2006/main">
            <a:off x="638175" y="4229100"/>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516374"/>
                </a:solidFill>
                <a:latin typeface="Arial"/>
                <a:ea typeface="Arial"/>
                <a:cs typeface="Arial"/>
              </a:defRPr>
            </a:defPPr>
            <a:lvl1pPr>
              <a:defRPr sz="2175" b="0">
                <a:solidFill>
                  <a:srgbClr val="516374"/>
                </a:solidFill>
                <a:latin typeface="Arial"/>
                <a:ea typeface="Arial"/>
                <a:cs typeface="Arial"/>
              </a:defRPr>
            </a:lvl1pPr>
            <a:lvl2pPr>
              <a:defRPr sz="2175" b="0">
                <a:solidFill>
                  <a:srgbClr val="516374"/>
                </a:solidFill>
                <a:latin typeface="Arial"/>
                <a:ea typeface="Arial"/>
                <a:cs typeface="Arial"/>
              </a:defRPr>
            </a:lvl2pPr>
            <a:lvl3pPr>
              <a:defRPr sz="2175" b="0">
                <a:solidFill>
                  <a:srgbClr val="516374"/>
                </a:solidFill>
                <a:latin typeface="Arial"/>
                <a:ea typeface="Arial"/>
                <a:cs typeface="Arial"/>
              </a:defRPr>
            </a:lvl3pPr>
            <a:lvl4pPr>
              <a:defRPr sz="2175" b="0">
                <a:solidFill>
                  <a:srgbClr val="516374"/>
                </a:solidFill>
                <a:latin typeface="Arial"/>
                <a:ea typeface="Arial"/>
                <a:cs typeface="Arial"/>
              </a:defRPr>
            </a:lvl4pPr>
            <a:lvl5pPr>
              <a:defRPr sz="2175" b="0">
                <a:solidFill>
                  <a:srgbClr val="516374"/>
                </a:solidFill>
                <a:latin typeface="Arial"/>
                <a:ea typeface="Arial"/>
                <a:cs typeface="Arial"/>
              </a:defRPr>
            </a:lvl5pPr>
            <a:lvl6pPr>
              <a:defRPr sz="2175" b="0">
                <a:solidFill>
                  <a:srgbClr val="516374"/>
                </a:solidFill>
                <a:latin typeface="Arial"/>
                <a:ea typeface="Arial"/>
                <a:cs typeface="Arial"/>
              </a:defRPr>
            </a:lvl6pPr>
            <a:lvl7pPr>
              <a:defRPr sz="2175" b="0">
                <a:solidFill>
                  <a:srgbClr val="516374"/>
                </a:solidFill>
                <a:latin typeface="Arial"/>
                <a:ea typeface="Arial"/>
                <a:cs typeface="Arial"/>
              </a:defRPr>
            </a:lvl7pPr>
            <a:lvl8pPr>
              <a:defRPr sz="2175" b="0">
                <a:solidFill>
                  <a:srgbClr val="516374"/>
                </a:solidFill>
                <a:latin typeface="Arial"/>
                <a:ea typeface="Arial"/>
                <a:cs typeface="Arial"/>
              </a:defRPr>
            </a:lvl8pPr>
            <a:lvl9pPr>
              <a:defRPr sz="2175" b="0">
                <a:solidFill>
                  <a:srgbClr val="516374"/>
                </a:solidFill>
                <a:latin typeface="Arial"/>
                <a:ea typeface="Arial"/>
                <a:cs typeface="Arial"/>
              </a:defRPr>
            </a:lvl9pPr>
          </a:lstStyle>
          <a:p xmlns:a="http://schemas.openxmlformats.org/drawingml/2006/main">
            <a:pPr>
              <a:defRPr sz="2175" b="0">
                <a:solidFill>
                  <a:srgbClr val="516374"/>
                </a:solidFill>
                <a:latin typeface="Arial"/>
                <a:ea typeface="Arial"/>
                <a:cs typeface="Arial"/>
              </a:defRPr>
            </a:pPr>
            <a:r>
              <a:rPr sz="2175" b="0">
                <a:solidFill>
                  <a:srgbClr val="516374"/>
                </a:solidFill>
                <a:latin typeface="Arial"/>
                <a:ea typeface="Arial"/>
                <a:cs typeface="Arial"/>
              </a:rPr>
              <a:t>Pièces, montants, chronologie et points à établir</a:t>
            </a:r>
          </a:p>
        </p:txBody>
      </p:sp>
      <p:sp>
        <p:nvSpPr>
          <p:cNvPr id="7" name="">
            <a:extLst xmlns:a="http://schemas.openxmlformats.org/drawingml/2006/main">
              <a:ext uri="{FF2B5EF4-FFF2-40B4-BE49-F238E27FC236}">
                <a16:creationId xmlns:a16="http://schemas.microsoft.com/office/drawing/2014/main" id="{FF56031C-46CB-43C0-BE00-18186EA3E980}"/>
              </a:ext>
            </a:extLst>
          </p:cNvPr>
          <p:cNvSpPr>
            <a:spLocks xmlns:a="http://schemas.openxmlformats.org/drawingml/2006/main" noGrp="1"/>
          </p:cNvSpPr>
          <p:nvPr/>
        </p:nvSpPr>
        <p:spPr>
          <a:xfrm xmlns:a="http://schemas.openxmlformats.org/drawingml/2006/main">
            <a:off x="638175" y="502920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16374"/>
                </a:solidFill>
                <a:latin typeface="Arial"/>
                <a:ea typeface="Arial"/>
                <a:cs typeface="Arial"/>
              </a:defRPr>
            </a:defPPr>
            <a:lvl1pPr>
              <a:defRPr sz="1800" b="0">
                <a:solidFill>
                  <a:srgbClr val="516374"/>
                </a:solidFill>
                <a:latin typeface="Arial"/>
                <a:ea typeface="Arial"/>
                <a:cs typeface="Arial"/>
              </a:defRPr>
            </a:lvl1pPr>
            <a:lvl2pPr>
              <a:defRPr sz="1800" b="0">
                <a:solidFill>
                  <a:srgbClr val="516374"/>
                </a:solidFill>
                <a:latin typeface="Arial"/>
                <a:ea typeface="Arial"/>
                <a:cs typeface="Arial"/>
              </a:defRPr>
            </a:lvl2pPr>
            <a:lvl3pPr>
              <a:defRPr sz="1800" b="0">
                <a:solidFill>
                  <a:srgbClr val="516374"/>
                </a:solidFill>
                <a:latin typeface="Arial"/>
                <a:ea typeface="Arial"/>
                <a:cs typeface="Arial"/>
              </a:defRPr>
            </a:lvl3pPr>
            <a:lvl4pPr>
              <a:defRPr sz="1800" b="0">
                <a:solidFill>
                  <a:srgbClr val="516374"/>
                </a:solidFill>
                <a:latin typeface="Arial"/>
                <a:ea typeface="Arial"/>
                <a:cs typeface="Arial"/>
              </a:defRPr>
            </a:lvl4pPr>
            <a:lvl5pPr>
              <a:defRPr sz="1800" b="0">
                <a:solidFill>
                  <a:srgbClr val="516374"/>
                </a:solidFill>
                <a:latin typeface="Arial"/>
                <a:ea typeface="Arial"/>
                <a:cs typeface="Arial"/>
              </a:defRPr>
            </a:lvl5pPr>
            <a:lvl6pPr>
              <a:defRPr sz="1800" b="0">
                <a:solidFill>
                  <a:srgbClr val="516374"/>
                </a:solidFill>
                <a:latin typeface="Arial"/>
                <a:ea typeface="Arial"/>
                <a:cs typeface="Arial"/>
              </a:defRPr>
            </a:lvl6pPr>
            <a:lvl7pPr>
              <a:defRPr sz="1800" b="0">
                <a:solidFill>
                  <a:srgbClr val="516374"/>
                </a:solidFill>
                <a:latin typeface="Arial"/>
                <a:ea typeface="Arial"/>
                <a:cs typeface="Arial"/>
              </a:defRPr>
            </a:lvl7pPr>
            <a:lvl8pPr>
              <a:defRPr sz="1800" b="0">
                <a:solidFill>
                  <a:srgbClr val="516374"/>
                </a:solidFill>
                <a:latin typeface="Arial"/>
                <a:ea typeface="Arial"/>
                <a:cs typeface="Arial"/>
              </a:defRPr>
            </a:lvl8pPr>
            <a:lvl9pPr>
              <a:defRPr sz="1800" b="0">
                <a:solidFill>
                  <a:srgbClr val="516374"/>
                </a:solidFill>
                <a:latin typeface="Arial"/>
                <a:ea typeface="Arial"/>
                <a:cs typeface="Arial"/>
              </a:defRPr>
            </a:lvl9pPr>
          </a:lstStyle>
          <a:p xmlns:a="http://schemas.openxmlformats.org/drawingml/2006/main">
            <a:pPr>
              <a:defRPr sz="1800" b="0">
                <a:solidFill>
                  <a:srgbClr val="516374"/>
                </a:solidFill>
                <a:latin typeface="Arial"/>
                <a:ea typeface="Arial"/>
                <a:cs typeface="Arial"/>
              </a:defRPr>
            </a:pPr>
            <a:r>
              <a:rPr sz="1800" b="0">
                <a:solidFill>
                  <a:srgbClr val="516374"/>
                </a:solidFill>
                <a:latin typeface="Arial"/>
                <a:ea typeface="Arial"/>
                <a:cs typeface="Arial"/>
              </a:rPr>
              <a:t>État du dossier au 21 octobre 2026</a:t>
            </a:r>
          </a:p>
        </p:txBody>
      </p:sp>
    </p:spTree>
    <p:extLst>
      <p:ext uri="{BB962C8B-B14F-4D97-AF65-F5344CB8AC3E}">
        <p14:creationId xmlns:p14="http://schemas.microsoft.com/office/powerpoint/2010/main" val="87627052"/>
      </p:ext>
    </p:extLst>
  </p:cSld>
</p:sld>
</file>

<file path=ppt/slides/slide2.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0E7A7E-36A8-4AB8-AFF8-7F49BDC553AF}"/>
              </a:ext>
            </a:extLst>
          </p:cNvPr>
          <p:cNvSpPr>
            <a:spLocks xmlns:a="http://schemas.openxmlformats.org/drawingml/2006/main" noGrp="1"/>
          </p:cNvSpPr>
          <p:nvPr/>
        </p:nvSpPr>
        <p:spPr>
          <a:xfrm xmlns:a="http://schemas.openxmlformats.org/drawingml/2006/main">
            <a:off x="609600" y="4381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24D"/>
                </a:solidFill>
                <a:latin typeface="Arial"/>
                <a:ea typeface="Arial"/>
                <a:cs typeface="Arial"/>
              </a:defRPr>
            </a:defPPr>
            <a:lvl1pPr>
              <a:defRPr sz="3300" b="1">
                <a:solidFill>
                  <a:srgbClr val="17324D"/>
                </a:solidFill>
                <a:latin typeface="Arial"/>
                <a:ea typeface="Arial"/>
                <a:cs typeface="Arial"/>
              </a:defRPr>
            </a:lvl1pPr>
            <a:lvl2pPr>
              <a:defRPr sz="3300" b="1">
                <a:solidFill>
                  <a:srgbClr val="17324D"/>
                </a:solidFill>
                <a:latin typeface="Arial"/>
                <a:ea typeface="Arial"/>
                <a:cs typeface="Arial"/>
              </a:defRPr>
            </a:lvl2pPr>
            <a:lvl3pPr>
              <a:defRPr sz="3300" b="1">
                <a:solidFill>
                  <a:srgbClr val="17324D"/>
                </a:solidFill>
                <a:latin typeface="Arial"/>
                <a:ea typeface="Arial"/>
                <a:cs typeface="Arial"/>
              </a:defRPr>
            </a:lvl3pPr>
            <a:lvl4pPr>
              <a:defRPr sz="3300" b="1">
                <a:solidFill>
                  <a:srgbClr val="17324D"/>
                </a:solidFill>
                <a:latin typeface="Arial"/>
                <a:ea typeface="Arial"/>
                <a:cs typeface="Arial"/>
              </a:defRPr>
            </a:lvl4pPr>
            <a:lvl5pPr>
              <a:defRPr sz="3300" b="1">
                <a:solidFill>
                  <a:srgbClr val="17324D"/>
                </a:solidFill>
                <a:latin typeface="Arial"/>
                <a:ea typeface="Arial"/>
                <a:cs typeface="Arial"/>
              </a:defRPr>
            </a:lvl5pPr>
            <a:lvl6pPr>
              <a:defRPr sz="3300" b="1">
                <a:solidFill>
                  <a:srgbClr val="17324D"/>
                </a:solidFill>
                <a:latin typeface="Arial"/>
                <a:ea typeface="Arial"/>
                <a:cs typeface="Arial"/>
              </a:defRPr>
            </a:lvl6pPr>
            <a:lvl7pPr>
              <a:defRPr sz="3300" b="1">
                <a:solidFill>
                  <a:srgbClr val="17324D"/>
                </a:solidFill>
                <a:latin typeface="Arial"/>
                <a:ea typeface="Arial"/>
                <a:cs typeface="Arial"/>
              </a:defRPr>
            </a:lvl7pPr>
            <a:lvl8pPr>
              <a:defRPr sz="3300" b="1">
                <a:solidFill>
                  <a:srgbClr val="17324D"/>
                </a:solidFill>
                <a:latin typeface="Arial"/>
                <a:ea typeface="Arial"/>
                <a:cs typeface="Arial"/>
              </a:defRPr>
            </a:lvl8pPr>
            <a:lvl9pPr>
              <a:defRPr sz="3300" b="1">
                <a:solidFill>
                  <a:srgbClr val="17324D"/>
                </a:solidFill>
                <a:latin typeface="Arial"/>
                <a:ea typeface="Arial"/>
                <a:cs typeface="Arial"/>
              </a:defRPr>
            </a:lvl9pPr>
          </a:lstStyle>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Trois ensembles à rapprocher</a:t>
            </a:r>
          </a:p>
        </p:txBody>
      </p:sp>
      <p:sp>
        <p:nvSpPr>
          <p:cNvPr id="2" name="">
            <a:extLst xmlns:a="http://schemas.openxmlformats.org/drawingml/2006/main">
              <a:ext uri="{FF2B5EF4-FFF2-40B4-BE49-F238E27FC236}">
                <a16:creationId xmlns:a16="http://schemas.microsoft.com/office/drawing/2014/main" id="{86437FB4-12E5-473E-9679-ADED549F3FE2}"/>
              </a:ext>
            </a:extLst>
          </p:cNvPr>
          <p:cNvSpPr>
            <a:spLocks xmlns:a="http://schemas.openxmlformats.org/drawingml/2006/main" noGrp="1"/>
          </p:cNvSpPr>
          <p:nvPr/>
        </p:nvSpPr>
        <p:spPr>
          <a:xfrm xmlns:a="http://schemas.openxmlformats.org/drawingml/2006/main">
            <a:off x="628650" y="116205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16374"/>
                </a:solidFill>
                <a:latin typeface="Arial"/>
                <a:ea typeface="Arial"/>
                <a:cs typeface="Arial"/>
              </a:defRPr>
            </a:defPPr>
            <a:lvl1pPr>
              <a:defRPr sz="1725" b="0">
                <a:solidFill>
                  <a:srgbClr val="516374"/>
                </a:solidFill>
                <a:latin typeface="Arial"/>
                <a:ea typeface="Arial"/>
                <a:cs typeface="Arial"/>
              </a:defRPr>
            </a:lvl1pPr>
            <a:lvl2pPr>
              <a:defRPr sz="1725" b="0">
                <a:solidFill>
                  <a:srgbClr val="516374"/>
                </a:solidFill>
                <a:latin typeface="Arial"/>
                <a:ea typeface="Arial"/>
                <a:cs typeface="Arial"/>
              </a:defRPr>
            </a:lvl2pPr>
            <a:lvl3pPr>
              <a:defRPr sz="1725" b="0">
                <a:solidFill>
                  <a:srgbClr val="516374"/>
                </a:solidFill>
                <a:latin typeface="Arial"/>
                <a:ea typeface="Arial"/>
                <a:cs typeface="Arial"/>
              </a:defRPr>
            </a:lvl3pPr>
            <a:lvl4pPr>
              <a:defRPr sz="1725" b="0">
                <a:solidFill>
                  <a:srgbClr val="516374"/>
                </a:solidFill>
                <a:latin typeface="Arial"/>
                <a:ea typeface="Arial"/>
                <a:cs typeface="Arial"/>
              </a:defRPr>
            </a:lvl4pPr>
            <a:lvl5pPr>
              <a:defRPr sz="1725" b="0">
                <a:solidFill>
                  <a:srgbClr val="516374"/>
                </a:solidFill>
                <a:latin typeface="Arial"/>
                <a:ea typeface="Arial"/>
                <a:cs typeface="Arial"/>
              </a:defRPr>
            </a:lvl5pPr>
            <a:lvl6pPr>
              <a:defRPr sz="1725" b="0">
                <a:solidFill>
                  <a:srgbClr val="516374"/>
                </a:solidFill>
                <a:latin typeface="Arial"/>
                <a:ea typeface="Arial"/>
                <a:cs typeface="Arial"/>
              </a:defRPr>
            </a:lvl6pPr>
            <a:lvl7pPr>
              <a:defRPr sz="1725" b="0">
                <a:solidFill>
                  <a:srgbClr val="516374"/>
                </a:solidFill>
                <a:latin typeface="Arial"/>
                <a:ea typeface="Arial"/>
                <a:cs typeface="Arial"/>
              </a:defRPr>
            </a:lvl7pPr>
            <a:lvl8pPr>
              <a:defRPr sz="1725" b="0">
                <a:solidFill>
                  <a:srgbClr val="516374"/>
                </a:solidFill>
                <a:latin typeface="Arial"/>
                <a:ea typeface="Arial"/>
                <a:cs typeface="Arial"/>
              </a:defRPr>
            </a:lvl8pPr>
            <a:lvl9pPr>
              <a:defRPr sz="1725" b="0">
                <a:solidFill>
                  <a:srgbClr val="516374"/>
                </a:solidFill>
                <a:latin typeface="Arial"/>
                <a:ea typeface="Arial"/>
                <a:cs typeface="Arial"/>
              </a:defRPr>
            </a:lvl9pPr>
          </a:lstStyle>
          <a:p xmlns:a="http://schemas.openxmlformats.org/drawingml/2006/main">
            <a:pPr>
              <a:defRPr sz="1725" b="0">
                <a:solidFill>
                  <a:srgbClr val="516374"/>
                </a:solidFill>
                <a:latin typeface="Arial"/>
                <a:ea typeface="Arial"/>
                <a:cs typeface="Arial"/>
              </a:defRPr>
            </a:pPr>
            <a:r>
              <a:rPr sz="1725" b="0">
                <a:solidFill>
                  <a:srgbClr val="516374"/>
                </a:solidFill>
                <a:latin typeface="Arial"/>
                <a:ea typeface="Arial"/>
                <a:cs typeface="Arial"/>
              </a:rPr>
              <a:t>Chaque montant conserve son événement, sa nature et sa source</a:t>
            </a:r>
          </a:p>
        </p:txBody>
      </p:sp>
      <p:sp>
        <p:nvSpPr>
          <p:cNvPr id="3" name="">
            <a:extLst xmlns:a="http://schemas.openxmlformats.org/drawingml/2006/main">
              <a:ext uri="{FF2B5EF4-FFF2-40B4-BE49-F238E27FC236}">
                <a16:creationId xmlns:a16="http://schemas.microsoft.com/office/drawing/2014/main" id="{BB749C09-B34F-4824-A3CA-C8ED587485E6}"/>
              </a:ext>
            </a:extLst>
          </p:cNvPr>
          <p:cNvSpPr>
            <a:spLocks xmlns:a="http://schemas.openxmlformats.org/drawingml/2006/main" noGrp="1"/>
          </p:cNvSpPr>
          <p:nvPr/>
        </p:nvSpPr>
        <p:spPr>
          <a:xfrm xmlns:a="http://schemas.openxmlformats.org/drawingml/2006/main">
            <a:off x="609600" y="643890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16374"/>
                </a:solidFill>
                <a:latin typeface="Arial"/>
                <a:ea typeface="Arial"/>
                <a:cs typeface="Arial"/>
              </a:defRPr>
            </a:defPPr>
            <a:lvl1pPr>
              <a:defRPr sz="1125" b="0">
                <a:solidFill>
                  <a:srgbClr val="516374"/>
                </a:solidFill>
                <a:latin typeface="Arial"/>
                <a:ea typeface="Arial"/>
                <a:cs typeface="Arial"/>
              </a:defRPr>
            </a:lvl1pPr>
            <a:lvl2pPr>
              <a:defRPr sz="1125" b="0">
                <a:solidFill>
                  <a:srgbClr val="516374"/>
                </a:solidFill>
                <a:latin typeface="Arial"/>
                <a:ea typeface="Arial"/>
                <a:cs typeface="Arial"/>
              </a:defRPr>
            </a:lvl2pPr>
            <a:lvl3pPr>
              <a:defRPr sz="1125" b="0">
                <a:solidFill>
                  <a:srgbClr val="516374"/>
                </a:solidFill>
                <a:latin typeface="Arial"/>
                <a:ea typeface="Arial"/>
                <a:cs typeface="Arial"/>
              </a:defRPr>
            </a:lvl3pPr>
            <a:lvl4pPr>
              <a:defRPr sz="1125" b="0">
                <a:solidFill>
                  <a:srgbClr val="516374"/>
                </a:solidFill>
                <a:latin typeface="Arial"/>
                <a:ea typeface="Arial"/>
                <a:cs typeface="Arial"/>
              </a:defRPr>
            </a:lvl4pPr>
            <a:lvl5pPr>
              <a:defRPr sz="1125" b="0">
                <a:solidFill>
                  <a:srgbClr val="516374"/>
                </a:solidFill>
                <a:latin typeface="Arial"/>
                <a:ea typeface="Arial"/>
                <a:cs typeface="Arial"/>
              </a:defRPr>
            </a:lvl5pPr>
            <a:lvl6pPr>
              <a:defRPr sz="1125" b="0">
                <a:solidFill>
                  <a:srgbClr val="516374"/>
                </a:solidFill>
                <a:latin typeface="Arial"/>
                <a:ea typeface="Arial"/>
                <a:cs typeface="Arial"/>
              </a:defRPr>
            </a:lvl6pPr>
            <a:lvl7pPr>
              <a:defRPr sz="1125" b="0">
                <a:solidFill>
                  <a:srgbClr val="516374"/>
                </a:solidFill>
                <a:latin typeface="Arial"/>
                <a:ea typeface="Arial"/>
                <a:cs typeface="Arial"/>
              </a:defRPr>
            </a:lvl7pPr>
            <a:lvl8pPr>
              <a:defRPr sz="1125" b="0">
                <a:solidFill>
                  <a:srgbClr val="516374"/>
                </a:solidFill>
                <a:latin typeface="Arial"/>
                <a:ea typeface="Arial"/>
                <a:cs typeface="Arial"/>
              </a:defRPr>
            </a:lvl8pPr>
            <a:lvl9pPr>
              <a:defRPr sz="1125" b="0">
                <a:solidFill>
                  <a:srgbClr val="516374"/>
                </a:solidFill>
                <a:latin typeface="Arial"/>
                <a:ea typeface="Arial"/>
                <a:cs typeface="Arial"/>
              </a:defRPr>
            </a:lvl9pPr>
          </a:lstStyle>
          <a:p xmlns:a="http://schemas.openxmlformats.org/drawingml/2006/main">
            <a:pPr>
              <a:defRPr sz="1125" b="0">
                <a:solidFill>
                  <a:srgbClr val="516374"/>
                </a:solidFill>
                <a:latin typeface="Arial"/>
                <a:ea typeface="Arial"/>
                <a:cs typeface="Arial"/>
              </a:defRPr>
            </a:pPr>
            <a:r>
              <a:rPr sz="1125" b="0">
                <a:solidFill>
                  <a:srgbClr val="516374"/>
                </a:solidFill>
                <a:latin typeface="Arial"/>
                <a:ea typeface="Arial"/>
                <a:cs typeface="Arial"/>
              </a:rPr>
              <a:t>6241 boulevard Léger  |  21 octobre 2026</a:t>
            </a:r>
          </a:p>
        </p:txBody>
      </p:sp>
      <p:sp>
        <p:nvSpPr>
          <p:cNvPr id="4" name="">
            <a:extLst xmlns:a="http://schemas.openxmlformats.org/drawingml/2006/main">
              <a:ext uri="{FF2B5EF4-FFF2-40B4-BE49-F238E27FC236}">
                <a16:creationId xmlns:a16="http://schemas.microsoft.com/office/drawing/2014/main" id="{2B9565CA-3CEE-438D-81BA-A59ECB3EA4EF}"/>
              </a:ext>
            </a:extLst>
          </p:cNvPr>
          <p:cNvSpPr>
            <a:spLocks xmlns:a="http://schemas.openxmlformats.org/drawingml/2006/main" noGrp="1"/>
          </p:cNvSpPr>
          <p:nvPr/>
        </p:nvSpPr>
        <p:spPr>
          <a:xfrm xmlns:a="http://schemas.openxmlformats.org/drawingml/2006/main">
            <a:off x="11096625" y="64008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16374"/>
                </a:solidFill>
                <a:latin typeface="Arial"/>
                <a:ea typeface="Arial"/>
                <a:cs typeface="Arial"/>
              </a:defRPr>
            </a:defPPr>
            <a:lvl1pPr>
              <a:defRPr sz="1350" b="0">
                <a:solidFill>
                  <a:srgbClr val="516374"/>
                </a:solidFill>
                <a:latin typeface="Arial"/>
                <a:ea typeface="Arial"/>
                <a:cs typeface="Arial"/>
              </a:defRPr>
            </a:lvl1pPr>
            <a:lvl2pPr>
              <a:defRPr sz="1350" b="0">
                <a:solidFill>
                  <a:srgbClr val="516374"/>
                </a:solidFill>
                <a:latin typeface="Arial"/>
                <a:ea typeface="Arial"/>
                <a:cs typeface="Arial"/>
              </a:defRPr>
            </a:lvl2pPr>
            <a:lvl3pPr>
              <a:defRPr sz="1350" b="0">
                <a:solidFill>
                  <a:srgbClr val="516374"/>
                </a:solidFill>
                <a:latin typeface="Arial"/>
                <a:ea typeface="Arial"/>
                <a:cs typeface="Arial"/>
              </a:defRPr>
            </a:lvl3pPr>
            <a:lvl4pPr>
              <a:defRPr sz="1350" b="0">
                <a:solidFill>
                  <a:srgbClr val="516374"/>
                </a:solidFill>
                <a:latin typeface="Arial"/>
                <a:ea typeface="Arial"/>
                <a:cs typeface="Arial"/>
              </a:defRPr>
            </a:lvl4pPr>
            <a:lvl5pPr>
              <a:defRPr sz="1350" b="0">
                <a:solidFill>
                  <a:srgbClr val="516374"/>
                </a:solidFill>
                <a:latin typeface="Arial"/>
                <a:ea typeface="Arial"/>
                <a:cs typeface="Arial"/>
              </a:defRPr>
            </a:lvl5pPr>
            <a:lvl6pPr>
              <a:defRPr sz="1350" b="0">
                <a:solidFill>
                  <a:srgbClr val="516374"/>
                </a:solidFill>
                <a:latin typeface="Arial"/>
                <a:ea typeface="Arial"/>
                <a:cs typeface="Arial"/>
              </a:defRPr>
            </a:lvl6pPr>
            <a:lvl7pPr>
              <a:defRPr sz="1350" b="0">
                <a:solidFill>
                  <a:srgbClr val="516374"/>
                </a:solidFill>
                <a:latin typeface="Arial"/>
                <a:ea typeface="Arial"/>
                <a:cs typeface="Arial"/>
              </a:defRPr>
            </a:lvl7pPr>
            <a:lvl8pPr>
              <a:defRPr sz="1350" b="0">
                <a:solidFill>
                  <a:srgbClr val="516374"/>
                </a:solidFill>
                <a:latin typeface="Arial"/>
                <a:ea typeface="Arial"/>
                <a:cs typeface="Arial"/>
              </a:defRPr>
            </a:lvl8pPr>
            <a:lvl9pPr>
              <a:defRPr sz="1350" b="0">
                <a:solidFill>
                  <a:srgbClr val="516374"/>
                </a:solidFill>
                <a:latin typeface="Arial"/>
                <a:ea typeface="Arial"/>
                <a:cs typeface="Arial"/>
              </a:defRPr>
            </a:lvl9pPr>
          </a:lstStyle>
          <a:p xmlns:a="http://schemas.openxmlformats.org/drawingml/2006/main">
            <a:pPr>
              <a:defRPr sz="1350" b="0">
                <a:solidFill>
                  <a:srgbClr val="516374"/>
                </a:solidFill>
                <a:latin typeface="Arial"/>
                <a:ea typeface="Arial"/>
                <a:cs typeface="Arial"/>
              </a:defRPr>
            </a:pPr>
            <a:r>
              <a:rPr sz="1350" b="0">
                <a:solidFill>
                  <a:srgbClr val="516374"/>
                </a:solidFill>
                <a:latin typeface="Arial"/>
                <a:ea typeface="Arial"/>
                <a:cs typeface="Arial"/>
              </a:rPr>
              <a:t>02</a:t>
            </a:r>
          </a:p>
        </p:txBody>
      </p:sp>
      <p:graphicFrame>
        <p:nvGraphicFramePr>
          <p:cNvPr id="5" name="">
            <a:extLst xmlns:a="http://schemas.openxmlformats.org/drawingml/2006/main">
              <a:ext uri="{FF2B5EF4-FFF2-40B4-BE49-F238E27FC236}">
                <a16:creationId xmlns:a16="http://schemas.microsoft.com/office/drawing/2014/main" id="{203EB681-E2E9-476C-BF13-D99F3989E284}"/>
              </a:ext>
            </a:extLst>
          </p:cNvPr>
          <p:cNvGraphicFramePr/>
          <p:nvPr/>
        </p:nvGraphicFramePr>
        <p:xfrm>
          <a:off xmlns:a="http://schemas.openxmlformats.org/drawingml/2006/main" x="609600" y="1943100"/>
          <a:ext xmlns:a="http://schemas.openxmlformats.org/drawingml/2006/main" cx="10972800" cy="3371850"/>
        </p:xfrm>
        <a:graphic xmlns:a="http://schemas.openxmlformats.org/drawingml/2006/main">
          <a:graphicData uri="http://schemas.openxmlformats.org/drawingml/2006/table">
            <a:tbl>
              <a:tblPr/>
              <a:tblGrid>
                <a:gridCol w="2476500"/>
                <a:gridCol w="4286250"/>
                <a:gridCol w="4210050"/>
              </a:tblGrid>
              <a:tr h="842963">
                <a:tc>
                  <a:txBody>
                    <a:bodyPr/>
                    <a:lstStyle/>
                    <a:p>
                      <a:r>
                        <a:rPr sz="1875" b="1">
                          <a:solidFill>
                            <a:srgbClr val="FFFFFF"/>
                          </a:solidFill>
                          <a:latin typeface="Arial"/>
                          <a:ea typeface="Arial"/>
                          <a:cs typeface="Arial"/>
                        </a:rPr>
                        <a:t>Ensemble</a:t>
                      </a:r>
                    </a:p>
                  </a:txBody>
                  <a:tcPr marL="91440" marR="91440" marT="45720" marB="45720">
                    <a:solidFill>
                      <a:srgbClr val="17324D"/>
                    </a:solidFill>
                  </a:tcPr>
                </a:tc>
                <a:tc>
                  <a:txBody>
                    <a:bodyPr/>
                    <a:lstStyle/>
                    <a:p>
                      <a:r>
                        <a:rPr sz="1875" b="1">
                          <a:solidFill>
                            <a:srgbClr val="FFFFFF"/>
                          </a:solidFill>
                          <a:latin typeface="Arial"/>
                          <a:ea typeface="Arial"/>
                          <a:cs typeface="Arial"/>
                        </a:rPr>
                        <a:t>Ce que les pièces documentent</a:t>
                      </a:r>
                    </a:p>
                  </a:txBody>
                  <a:tcPr marL="91440" marR="91440" marT="45720" marB="45720">
                    <a:solidFill>
                      <a:srgbClr val="17324D"/>
                    </a:solidFill>
                  </a:tcPr>
                </a:tc>
                <a:tc>
                  <a:txBody>
                    <a:bodyPr/>
                    <a:lstStyle/>
                    <a:p>
                      <a:r>
                        <a:rPr sz="1875" b="1">
                          <a:solidFill>
                            <a:srgbClr val="FFFFFF"/>
                          </a:solidFill>
                          <a:latin typeface="Arial"/>
                          <a:ea typeface="Arial"/>
                          <a:cs typeface="Arial"/>
                        </a:rPr>
                        <a:t>Point à établir</a:t>
                      </a:r>
                    </a:p>
                  </a:txBody>
                  <a:tcPr marL="91440" marR="91440" marT="45720" marB="45720">
                    <a:solidFill>
                      <a:srgbClr val="17324D"/>
                    </a:solidFill>
                  </a:tcPr>
                </a:tc>
              </a:tr>
              <a:tr h="842963">
                <a:tc>
                  <a:txBody>
                    <a:bodyPr/>
                    <a:lstStyle/>
                    <a:p>
                      <a:r>
                        <a:rPr sz="1875" b="0">
                          <a:solidFill>
                            <a:srgbClr val="243542"/>
                          </a:solidFill>
                          <a:latin typeface="Arial"/>
                          <a:ea typeface="Arial"/>
                          <a:cs typeface="Arial"/>
                        </a:rPr>
                        <a:t>Assurance historique</a:t>
                      </a:r>
                    </a:p>
                  </a:txBody>
                  <a:tcPr marL="91440" marR="91440" marT="45720" marB="45720">
                    <a:solidFill>
                      <a:srgbClr val="FFFFFF"/>
                    </a:solidFill>
                  </a:tcPr>
                </a:tc>
                <a:tc>
                  <a:txBody>
                    <a:bodyPr/>
                    <a:lstStyle/>
                    <a:p>
                      <a:r>
                        <a:rPr sz="1875" b="0">
                          <a:solidFill>
                            <a:srgbClr val="243542"/>
                          </a:solidFill>
                          <a:latin typeface="Arial"/>
                          <a:ea typeface="Arial"/>
                          <a:cs typeface="Arial"/>
                        </a:rPr>
                        <a:t>Réparations 2024, copie Hadmo,</a:t>
                      </a:r>
                    </a:p>
                    <a:p>
                      <a:r>
                        <a:rPr sz="1875" b="0">
                          <a:solidFill>
                            <a:srgbClr val="243542"/>
                          </a:solidFill>
                          <a:latin typeface="Arial"/>
                          <a:ea typeface="Arial"/>
                          <a:cs typeface="Arial"/>
                        </a:rPr>
                        <a:t>annonces d’indemnités</a:t>
                      </a:r>
                    </a:p>
                  </a:txBody>
                  <a:tcPr marL="91440" marR="91440" marT="45720" marB="45720">
                    <a:solidFill>
                      <a:srgbClr val="FFFFFF"/>
                    </a:solidFill>
                  </a:tcPr>
                </a:tc>
                <a:tc>
                  <a:txBody>
                    <a:bodyPr/>
                    <a:lstStyle/>
                    <a:p>
                      <a:r>
                        <a:rPr sz="1875" b="0">
                          <a:solidFill>
                            <a:srgbClr val="243542"/>
                          </a:solidFill>
                          <a:latin typeface="Arial"/>
                          <a:ea typeface="Arial"/>
                          <a:cs typeface="Arial"/>
                        </a:rPr>
                        <a:t>Affectation et encaissement</a:t>
                      </a:r>
                    </a:p>
                    <a:p>
                      <a:r>
                        <a:rPr sz="1875" b="0">
                          <a:solidFill>
                            <a:srgbClr val="243542"/>
                          </a:solidFill>
                          <a:latin typeface="Arial"/>
                          <a:ea typeface="Arial"/>
                          <a:cs typeface="Arial"/>
                        </a:rPr>
                        <a:t>de chaque règlement</a:t>
                      </a:r>
                    </a:p>
                  </a:txBody>
                  <a:tcPr marL="91440" marR="91440" marT="45720" marB="45720">
                    <a:solidFill>
                      <a:srgbClr val="FFFFFF"/>
                    </a:solidFill>
                  </a:tcPr>
                </a:tc>
              </a:tr>
              <a:tr h="842963">
                <a:tc>
                  <a:txBody>
                    <a:bodyPr/>
                    <a:lstStyle/>
                    <a:p>
                      <a:r>
                        <a:rPr sz="1875" b="0">
                          <a:solidFill>
                            <a:srgbClr val="243542"/>
                          </a:solidFill>
                          <a:latin typeface="Arial"/>
                          <a:ea typeface="Arial"/>
                          <a:cs typeface="Arial"/>
                        </a:rPr>
                        <a:t>Déménagement 2025</a:t>
                      </a:r>
                    </a:p>
                  </a:txBody>
                  <a:tcPr marL="91440" marR="91440" marT="45720" marB="45720">
                    <a:solidFill>
                      <a:srgbClr val="EAEFF3"/>
                    </a:solidFill>
                  </a:tcPr>
                </a:tc>
                <a:tc>
                  <a:txBody>
                    <a:bodyPr/>
                    <a:lstStyle/>
                    <a:p>
                      <a:r>
                        <a:rPr sz="1875" b="0">
                          <a:solidFill>
                            <a:srgbClr val="243542"/>
                          </a:solidFill>
                          <a:latin typeface="Arial"/>
                          <a:ea typeface="Arial"/>
                          <a:cs typeface="Arial"/>
                        </a:rPr>
                        <a:t>Versions de factures Harmony,</a:t>
                      </a:r>
                    </a:p>
                    <a:p>
                      <a:r>
                        <a:rPr sz="1875" b="0">
                          <a:solidFill>
                            <a:srgbClr val="243542"/>
                          </a:solidFill>
                          <a:latin typeface="Arial"/>
                          <a:ea typeface="Arial"/>
                          <a:cs typeface="Arial"/>
                        </a:rPr>
                        <a:t>27 rubriques de biens</a:t>
                      </a:r>
                    </a:p>
                  </a:txBody>
                  <a:tcPr marL="91440" marR="91440" marT="45720" marB="45720">
                    <a:solidFill>
                      <a:srgbClr val="EAEFF3"/>
                    </a:solidFill>
                  </a:tcPr>
                </a:tc>
                <a:tc>
                  <a:txBody>
                    <a:bodyPr/>
                    <a:lstStyle/>
                    <a:p>
                      <a:r>
                        <a:rPr sz="1875" b="0">
                          <a:solidFill>
                            <a:srgbClr val="243542"/>
                          </a:solidFill>
                          <a:latin typeface="Arial"/>
                          <a:ea typeface="Arial"/>
                          <a:cs typeface="Arial"/>
                        </a:rPr>
                        <a:t>État avant/après et coût</a:t>
                      </a:r>
                    </a:p>
                    <a:p>
                      <a:r>
                        <a:rPr sz="1875" b="0">
                          <a:solidFill>
                            <a:srgbClr val="243542"/>
                          </a:solidFill>
                          <a:latin typeface="Arial"/>
                          <a:ea typeface="Arial"/>
                          <a:cs typeface="Arial"/>
                        </a:rPr>
                        <a:t>du dommage nouveau</a:t>
                      </a:r>
                    </a:p>
                  </a:txBody>
                  <a:tcPr marL="91440" marR="91440" marT="45720" marB="45720">
                    <a:solidFill>
                      <a:srgbClr val="EAEFF3"/>
                    </a:solidFill>
                  </a:tcPr>
                </a:tc>
              </a:tr>
              <a:tr h="842963">
                <a:tc>
                  <a:txBody>
                    <a:bodyPr/>
                    <a:lstStyle/>
                    <a:p>
                      <a:r>
                        <a:rPr sz="1875" b="0">
                          <a:solidFill>
                            <a:srgbClr val="243542"/>
                          </a:solidFill>
                          <a:latin typeface="Arial"/>
                          <a:ea typeface="Arial"/>
                          <a:cs typeface="Arial"/>
                        </a:rPr>
                        <a:t>Exploitation</a:t>
                      </a:r>
                    </a:p>
                  </a:txBody>
                  <a:tcPr marL="91440" marR="91440" marT="45720" marB="45720">
                    <a:solidFill>
                      <a:srgbClr val="FFFFFF"/>
                    </a:solidFill>
                  </a:tcPr>
                </a:tc>
                <a:tc>
                  <a:txBody>
                    <a:bodyPr/>
                    <a:lstStyle/>
                    <a:p>
                      <a:r>
                        <a:rPr sz="1875" b="0">
                          <a:solidFill>
                            <a:srgbClr val="243542"/>
                          </a:solidFill>
                          <a:latin typeface="Arial"/>
                          <a:ea typeface="Arial"/>
                          <a:cs typeface="Arial"/>
                        </a:rPr>
                        <a:t>Ventes mensuelles et</a:t>
                      </a:r>
                    </a:p>
                    <a:p>
                      <a:r>
                        <a:rPr sz="1875" b="0">
                          <a:solidFill>
                            <a:srgbClr val="243542"/>
                          </a:solidFill>
                          <a:latin typeface="Arial"/>
                          <a:ea typeface="Arial"/>
                          <a:cs typeface="Arial"/>
                        </a:rPr>
                        <a:t>écritures comptables</a:t>
                      </a:r>
                    </a:p>
                  </a:txBody>
                  <a:tcPr marL="91440" marR="91440" marT="45720" marB="45720">
                    <a:solidFill>
                      <a:srgbClr val="FFFFFF"/>
                    </a:solidFill>
                  </a:tcPr>
                </a:tc>
                <a:tc>
                  <a:txBody>
                    <a:bodyPr/>
                    <a:lstStyle/>
                    <a:p>
                      <a:r>
                        <a:rPr sz="1875" b="0">
                          <a:solidFill>
                            <a:srgbClr val="243542"/>
                          </a:solidFill>
                          <a:latin typeface="Arial"/>
                          <a:ea typeface="Arial"/>
                          <a:cs typeface="Arial"/>
                        </a:rPr>
                        <a:t>Période touchée, marge</a:t>
                      </a:r>
                    </a:p>
                    <a:p>
                      <a:r>
                        <a:rPr sz="1875" b="0">
                          <a:solidFill>
                            <a:srgbClr val="243542"/>
                          </a:solidFill>
                          <a:latin typeface="Arial"/>
                          <a:ea typeface="Arial"/>
                          <a:cs typeface="Arial"/>
                        </a:rPr>
                        <a:t>et charges évitées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48FBC78-9DDE-4AAF-BDCF-5CCAD64A81BE}"/>
              </a:ext>
            </a:extLst>
          </p:cNvPr>
          <p:cNvSpPr>
            <a:spLocks xmlns:a="http://schemas.openxmlformats.org/drawingml/2006/main" noGrp="1"/>
          </p:cNvSpPr>
          <p:nvPr/>
        </p:nvSpPr>
        <p:spPr>
          <a:xfrm xmlns:a="http://schemas.openxmlformats.org/drawingml/2006/main">
            <a:off x="628650" y="56578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7324D"/>
                </a:solidFill>
                <a:latin typeface="Arial"/>
                <a:ea typeface="Arial"/>
                <a:cs typeface="Arial"/>
              </a:defRPr>
            </a:defPPr>
            <a:lvl1pPr>
              <a:defRPr sz="1800" b="0">
                <a:solidFill>
                  <a:srgbClr val="17324D"/>
                </a:solidFill>
                <a:latin typeface="Arial"/>
                <a:ea typeface="Arial"/>
                <a:cs typeface="Arial"/>
              </a:defRPr>
            </a:lvl1pPr>
            <a:lvl2pPr>
              <a:defRPr sz="1800" b="0">
                <a:solidFill>
                  <a:srgbClr val="17324D"/>
                </a:solidFill>
                <a:latin typeface="Arial"/>
                <a:ea typeface="Arial"/>
                <a:cs typeface="Arial"/>
              </a:defRPr>
            </a:lvl2pPr>
            <a:lvl3pPr>
              <a:defRPr sz="1800" b="0">
                <a:solidFill>
                  <a:srgbClr val="17324D"/>
                </a:solidFill>
                <a:latin typeface="Arial"/>
                <a:ea typeface="Arial"/>
                <a:cs typeface="Arial"/>
              </a:defRPr>
            </a:lvl3pPr>
            <a:lvl4pPr>
              <a:defRPr sz="1800" b="0">
                <a:solidFill>
                  <a:srgbClr val="17324D"/>
                </a:solidFill>
                <a:latin typeface="Arial"/>
                <a:ea typeface="Arial"/>
                <a:cs typeface="Arial"/>
              </a:defRPr>
            </a:lvl4pPr>
            <a:lvl5pPr>
              <a:defRPr sz="1800" b="0">
                <a:solidFill>
                  <a:srgbClr val="17324D"/>
                </a:solidFill>
                <a:latin typeface="Arial"/>
                <a:ea typeface="Arial"/>
                <a:cs typeface="Arial"/>
              </a:defRPr>
            </a:lvl5pPr>
            <a:lvl6pPr>
              <a:defRPr sz="1800" b="0">
                <a:solidFill>
                  <a:srgbClr val="17324D"/>
                </a:solidFill>
                <a:latin typeface="Arial"/>
                <a:ea typeface="Arial"/>
                <a:cs typeface="Arial"/>
              </a:defRPr>
            </a:lvl6pPr>
            <a:lvl7pPr>
              <a:defRPr sz="1800" b="0">
                <a:solidFill>
                  <a:srgbClr val="17324D"/>
                </a:solidFill>
                <a:latin typeface="Arial"/>
                <a:ea typeface="Arial"/>
                <a:cs typeface="Arial"/>
              </a:defRPr>
            </a:lvl7pPr>
            <a:lvl8pPr>
              <a:defRPr sz="1800" b="0">
                <a:solidFill>
                  <a:srgbClr val="17324D"/>
                </a:solidFill>
                <a:latin typeface="Arial"/>
                <a:ea typeface="Arial"/>
                <a:cs typeface="Arial"/>
              </a:defRPr>
            </a:lvl8pPr>
            <a:lvl9pPr>
              <a:defRPr sz="1800" b="0">
                <a:solidFill>
                  <a:srgbClr val="17324D"/>
                </a:solidFill>
                <a:latin typeface="Arial"/>
                <a:ea typeface="Arial"/>
                <a:cs typeface="Arial"/>
              </a:defRPr>
            </a:lvl9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Un montant comptabilisé, réclamé, alloué ou payé correspond à une étape différente.</a:t>
            </a:r>
          </a:p>
        </p:txBody>
      </p:sp>
    </p:spTree>
    <p:extLst>
      <p:ext uri="{BB962C8B-B14F-4D97-AF65-F5344CB8AC3E}">
        <p14:creationId xmlns:p14="http://schemas.microsoft.com/office/powerpoint/2010/main" val="1293593722"/>
      </p:ext>
    </p:extLst>
  </p:cSld>
</p:sld>
</file>

<file path=ppt/slides/slide3.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562421-6255-4E12-A073-E436B2688598}"/>
              </a:ext>
            </a:extLst>
          </p:cNvPr>
          <p:cNvSpPr>
            <a:spLocks xmlns:a="http://schemas.openxmlformats.org/drawingml/2006/main" noGrp="1"/>
          </p:cNvSpPr>
          <p:nvPr/>
        </p:nvSpPr>
        <p:spPr>
          <a:xfrm xmlns:a="http://schemas.openxmlformats.org/drawingml/2006/main">
            <a:off x="609600" y="4381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24D"/>
                </a:solidFill>
                <a:latin typeface="Arial"/>
                <a:ea typeface="Arial"/>
                <a:cs typeface="Arial"/>
              </a:defRPr>
            </a:defPPr>
            <a:lvl1pPr>
              <a:defRPr sz="3300" b="1">
                <a:solidFill>
                  <a:srgbClr val="17324D"/>
                </a:solidFill>
                <a:latin typeface="Arial"/>
                <a:ea typeface="Arial"/>
                <a:cs typeface="Arial"/>
              </a:defRPr>
            </a:lvl1pPr>
            <a:lvl2pPr>
              <a:defRPr sz="3300" b="1">
                <a:solidFill>
                  <a:srgbClr val="17324D"/>
                </a:solidFill>
                <a:latin typeface="Arial"/>
                <a:ea typeface="Arial"/>
                <a:cs typeface="Arial"/>
              </a:defRPr>
            </a:lvl2pPr>
            <a:lvl3pPr>
              <a:defRPr sz="3300" b="1">
                <a:solidFill>
                  <a:srgbClr val="17324D"/>
                </a:solidFill>
                <a:latin typeface="Arial"/>
                <a:ea typeface="Arial"/>
                <a:cs typeface="Arial"/>
              </a:defRPr>
            </a:lvl3pPr>
            <a:lvl4pPr>
              <a:defRPr sz="3300" b="1">
                <a:solidFill>
                  <a:srgbClr val="17324D"/>
                </a:solidFill>
                <a:latin typeface="Arial"/>
                <a:ea typeface="Arial"/>
                <a:cs typeface="Arial"/>
              </a:defRPr>
            </a:lvl4pPr>
            <a:lvl5pPr>
              <a:defRPr sz="3300" b="1">
                <a:solidFill>
                  <a:srgbClr val="17324D"/>
                </a:solidFill>
                <a:latin typeface="Arial"/>
                <a:ea typeface="Arial"/>
                <a:cs typeface="Arial"/>
              </a:defRPr>
            </a:lvl5pPr>
            <a:lvl6pPr>
              <a:defRPr sz="3300" b="1">
                <a:solidFill>
                  <a:srgbClr val="17324D"/>
                </a:solidFill>
                <a:latin typeface="Arial"/>
                <a:ea typeface="Arial"/>
                <a:cs typeface="Arial"/>
              </a:defRPr>
            </a:lvl6pPr>
            <a:lvl7pPr>
              <a:defRPr sz="3300" b="1">
                <a:solidFill>
                  <a:srgbClr val="17324D"/>
                </a:solidFill>
                <a:latin typeface="Arial"/>
                <a:ea typeface="Arial"/>
                <a:cs typeface="Arial"/>
              </a:defRPr>
            </a:lvl7pPr>
            <a:lvl8pPr>
              <a:defRPr sz="3300" b="1">
                <a:solidFill>
                  <a:srgbClr val="17324D"/>
                </a:solidFill>
                <a:latin typeface="Arial"/>
                <a:ea typeface="Arial"/>
                <a:cs typeface="Arial"/>
              </a:defRPr>
            </a:lvl8pPr>
            <a:lvl9pPr>
              <a:defRPr sz="3300" b="1">
                <a:solidFill>
                  <a:srgbClr val="17324D"/>
                </a:solidFill>
                <a:latin typeface="Arial"/>
                <a:ea typeface="Arial"/>
                <a:cs typeface="Arial"/>
              </a:defRPr>
            </a:lvl9pPr>
          </a:lstStyle>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Ventes documentées</a:t>
            </a:r>
          </a:p>
        </p:txBody>
      </p:sp>
      <p:sp>
        <p:nvSpPr>
          <p:cNvPr id="2" name="">
            <a:extLst xmlns:a="http://schemas.openxmlformats.org/drawingml/2006/main">
              <a:ext uri="{FF2B5EF4-FFF2-40B4-BE49-F238E27FC236}">
                <a16:creationId xmlns:a16="http://schemas.microsoft.com/office/drawing/2014/main" id="{AC4AA4C9-FA8F-4067-9E2B-E3E8C7BADF74}"/>
              </a:ext>
            </a:extLst>
          </p:cNvPr>
          <p:cNvSpPr>
            <a:spLocks xmlns:a="http://schemas.openxmlformats.org/drawingml/2006/main" noGrp="1"/>
          </p:cNvSpPr>
          <p:nvPr/>
        </p:nvSpPr>
        <p:spPr>
          <a:xfrm xmlns:a="http://schemas.openxmlformats.org/drawingml/2006/main">
            <a:off x="628650" y="116205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16374"/>
                </a:solidFill>
                <a:latin typeface="Arial"/>
                <a:ea typeface="Arial"/>
                <a:cs typeface="Arial"/>
              </a:defRPr>
            </a:defPPr>
            <a:lvl1pPr>
              <a:defRPr sz="1725" b="0">
                <a:solidFill>
                  <a:srgbClr val="516374"/>
                </a:solidFill>
                <a:latin typeface="Arial"/>
                <a:ea typeface="Arial"/>
                <a:cs typeface="Arial"/>
              </a:defRPr>
            </a:lvl1pPr>
            <a:lvl2pPr>
              <a:defRPr sz="1725" b="0">
                <a:solidFill>
                  <a:srgbClr val="516374"/>
                </a:solidFill>
                <a:latin typeface="Arial"/>
                <a:ea typeface="Arial"/>
                <a:cs typeface="Arial"/>
              </a:defRPr>
            </a:lvl2pPr>
            <a:lvl3pPr>
              <a:defRPr sz="1725" b="0">
                <a:solidFill>
                  <a:srgbClr val="516374"/>
                </a:solidFill>
                <a:latin typeface="Arial"/>
                <a:ea typeface="Arial"/>
                <a:cs typeface="Arial"/>
              </a:defRPr>
            </a:lvl3pPr>
            <a:lvl4pPr>
              <a:defRPr sz="1725" b="0">
                <a:solidFill>
                  <a:srgbClr val="516374"/>
                </a:solidFill>
                <a:latin typeface="Arial"/>
                <a:ea typeface="Arial"/>
                <a:cs typeface="Arial"/>
              </a:defRPr>
            </a:lvl4pPr>
            <a:lvl5pPr>
              <a:defRPr sz="1725" b="0">
                <a:solidFill>
                  <a:srgbClr val="516374"/>
                </a:solidFill>
                <a:latin typeface="Arial"/>
                <a:ea typeface="Arial"/>
                <a:cs typeface="Arial"/>
              </a:defRPr>
            </a:lvl5pPr>
            <a:lvl6pPr>
              <a:defRPr sz="1725" b="0">
                <a:solidFill>
                  <a:srgbClr val="516374"/>
                </a:solidFill>
                <a:latin typeface="Arial"/>
                <a:ea typeface="Arial"/>
                <a:cs typeface="Arial"/>
              </a:defRPr>
            </a:lvl6pPr>
            <a:lvl7pPr>
              <a:defRPr sz="1725" b="0">
                <a:solidFill>
                  <a:srgbClr val="516374"/>
                </a:solidFill>
                <a:latin typeface="Arial"/>
                <a:ea typeface="Arial"/>
                <a:cs typeface="Arial"/>
              </a:defRPr>
            </a:lvl7pPr>
            <a:lvl8pPr>
              <a:defRPr sz="1725" b="0">
                <a:solidFill>
                  <a:srgbClr val="516374"/>
                </a:solidFill>
                <a:latin typeface="Arial"/>
                <a:ea typeface="Arial"/>
                <a:cs typeface="Arial"/>
              </a:defRPr>
            </a:lvl8pPr>
            <a:lvl9pPr>
              <a:defRPr sz="1725" b="0">
                <a:solidFill>
                  <a:srgbClr val="516374"/>
                </a:solidFill>
                <a:latin typeface="Arial"/>
                <a:ea typeface="Arial"/>
                <a:cs typeface="Arial"/>
              </a:defRPr>
            </a:lvl9pPr>
          </a:lstStyle>
          <a:p xmlns:a="http://schemas.openxmlformats.org/drawingml/2006/main">
            <a:pPr>
              <a:defRPr sz="1725" b="0">
                <a:solidFill>
                  <a:srgbClr val="516374"/>
                </a:solidFill>
                <a:latin typeface="Arial"/>
                <a:ea typeface="Arial"/>
                <a:cs typeface="Arial"/>
              </a:defRPr>
            </a:pPr>
            <a:r>
              <a:rPr sz="1725" b="0">
                <a:solidFill>
                  <a:srgbClr val="516374"/>
                </a:solidFill>
                <a:latin typeface="Arial"/>
                <a:ea typeface="Arial"/>
                <a:cs typeface="Arial"/>
              </a:rPr>
              <a:t>Les périodes couvertes et le traitement des canaux diffèrent</a:t>
            </a:r>
          </a:p>
        </p:txBody>
      </p:sp>
      <p:sp>
        <p:nvSpPr>
          <p:cNvPr id="3" name="">
            <a:extLst xmlns:a="http://schemas.openxmlformats.org/drawingml/2006/main">
              <a:ext uri="{FF2B5EF4-FFF2-40B4-BE49-F238E27FC236}">
                <a16:creationId xmlns:a16="http://schemas.microsoft.com/office/drawing/2014/main" id="{7E249407-8912-44CD-AEB3-7CA41C477895}"/>
              </a:ext>
            </a:extLst>
          </p:cNvPr>
          <p:cNvSpPr>
            <a:spLocks xmlns:a="http://schemas.openxmlformats.org/drawingml/2006/main" noGrp="1"/>
          </p:cNvSpPr>
          <p:nvPr/>
        </p:nvSpPr>
        <p:spPr>
          <a:xfrm xmlns:a="http://schemas.openxmlformats.org/drawingml/2006/main">
            <a:off x="609600" y="643890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16374"/>
                </a:solidFill>
                <a:latin typeface="Arial"/>
                <a:ea typeface="Arial"/>
                <a:cs typeface="Arial"/>
              </a:defRPr>
            </a:defPPr>
            <a:lvl1pPr>
              <a:defRPr sz="1125" b="0">
                <a:solidFill>
                  <a:srgbClr val="516374"/>
                </a:solidFill>
                <a:latin typeface="Arial"/>
                <a:ea typeface="Arial"/>
                <a:cs typeface="Arial"/>
              </a:defRPr>
            </a:lvl1pPr>
            <a:lvl2pPr>
              <a:defRPr sz="1125" b="0">
                <a:solidFill>
                  <a:srgbClr val="516374"/>
                </a:solidFill>
                <a:latin typeface="Arial"/>
                <a:ea typeface="Arial"/>
                <a:cs typeface="Arial"/>
              </a:defRPr>
            </a:lvl2pPr>
            <a:lvl3pPr>
              <a:defRPr sz="1125" b="0">
                <a:solidFill>
                  <a:srgbClr val="516374"/>
                </a:solidFill>
                <a:latin typeface="Arial"/>
                <a:ea typeface="Arial"/>
                <a:cs typeface="Arial"/>
              </a:defRPr>
            </a:lvl3pPr>
            <a:lvl4pPr>
              <a:defRPr sz="1125" b="0">
                <a:solidFill>
                  <a:srgbClr val="516374"/>
                </a:solidFill>
                <a:latin typeface="Arial"/>
                <a:ea typeface="Arial"/>
                <a:cs typeface="Arial"/>
              </a:defRPr>
            </a:lvl4pPr>
            <a:lvl5pPr>
              <a:defRPr sz="1125" b="0">
                <a:solidFill>
                  <a:srgbClr val="516374"/>
                </a:solidFill>
                <a:latin typeface="Arial"/>
                <a:ea typeface="Arial"/>
                <a:cs typeface="Arial"/>
              </a:defRPr>
            </a:lvl5pPr>
            <a:lvl6pPr>
              <a:defRPr sz="1125" b="0">
                <a:solidFill>
                  <a:srgbClr val="516374"/>
                </a:solidFill>
                <a:latin typeface="Arial"/>
                <a:ea typeface="Arial"/>
                <a:cs typeface="Arial"/>
              </a:defRPr>
            </a:lvl6pPr>
            <a:lvl7pPr>
              <a:defRPr sz="1125" b="0">
                <a:solidFill>
                  <a:srgbClr val="516374"/>
                </a:solidFill>
                <a:latin typeface="Arial"/>
                <a:ea typeface="Arial"/>
                <a:cs typeface="Arial"/>
              </a:defRPr>
            </a:lvl7pPr>
            <a:lvl8pPr>
              <a:defRPr sz="1125" b="0">
                <a:solidFill>
                  <a:srgbClr val="516374"/>
                </a:solidFill>
                <a:latin typeface="Arial"/>
                <a:ea typeface="Arial"/>
                <a:cs typeface="Arial"/>
              </a:defRPr>
            </a:lvl8pPr>
            <a:lvl9pPr>
              <a:defRPr sz="1125" b="0">
                <a:solidFill>
                  <a:srgbClr val="516374"/>
                </a:solidFill>
                <a:latin typeface="Arial"/>
                <a:ea typeface="Arial"/>
                <a:cs typeface="Arial"/>
              </a:defRPr>
            </a:lvl9pPr>
          </a:lstStyle>
          <a:p xmlns:a="http://schemas.openxmlformats.org/drawingml/2006/main">
            <a:pPr>
              <a:defRPr sz="1125" b="0">
                <a:solidFill>
                  <a:srgbClr val="516374"/>
                </a:solidFill>
                <a:latin typeface="Arial"/>
                <a:ea typeface="Arial"/>
                <a:cs typeface="Arial"/>
              </a:defRPr>
            </a:pPr>
            <a:r>
              <a:rPr sz="1125" b="0">
                <a:solidFill>
                  <a:srgbClr val="516374"/>
                </a:solidFill>
                <a:latin typeface="Arial"/>
                <a:ea typeface="Arial"/>
                <a:cs typeface="Arial"/>
              </a:rPr>
              <a:t>6241 boulevard Léger  |  21 octobre 2026</a:t>
            </a:r>
          </a:p>
        </p:txBody>
      </p:sp>
      <p:sp>
        <p:nvSpPr>
          <p:cNvPr id="4" name="">
            <a:extLst xmlns:a="http://schemas.openxmlformats.org/drawingml/2006/main">
              <a:ext uri="{FF2B5EF4-FFF2-40B4-BE49-F238E27FC236}">
                <a16:creationId xmlns:a16="http://schemas.microsoft.com/office/drawing/2014/main" id="{19F08028-2C22-431E-8587-BD6313EE7B31}"/>
              </a:ext>
            </a:extLst>
          </p:cNvPr>
          <p:cNvSpPr>
            <a:spLocks xmlns:a="http://schemas.openxmlformats.org/drawingml/2006/main" noGrp="1"/>
          </p:cNvSpPr>
          <p:nvPr/>
        </p:nvSpPr>
        <p:spPr>
          <a:xfrm xmlns:a="http://schemas.openxmlformats.org/drawingml/2006/main">
            <a:off x="11096625" y="64008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16374"/>
                </a:solidFill>
                <a:latin typeface="Arial"/>
                <a:ea typeface="Arial"/>
                <a:cs typeface="Arial"/>
              </a:defRPr>
            </a:defPPr>
            <a:lvl1pPr>
              <a:defRPr sz="1350" b="0">
                <a:solidFill>
                  <a:srgbClr val="516374"/>
                </a:solidFill>
                <a:latin typeface="Arial"/>
                <a:ea typeface="Arial"/>
                <a:cs typeface="Arial"/>
              </a:defRPr>
            </a:lvl1pPr>
            <a:lvl2pPr>
              <a:defRPr sz="1350" b="0">
                <a:solidFill>
                  <a:srgbClr val="516374"/>
                </a:solidFill>
                <a:latin typeface="Arial"/>
                <a:ea typeface="Arial"/>
                <a:cs typeface="Arial"/>
              </a:defRPr>
            </a:lvl2pPr>
            <a:lvl3pPr>
              <a:defRPr sz="1350" b="0">
                <a:solidFill>
                  <a:srgbClr val="516374"/>
                </a:solidFill>
                <a:latin typeface="Arial"/>
                <a:ea typeface="Arial"/>
                <a:cs typeface="Arial"/>
              </a:defRPr>
            </a:lvl3pPr>
            <a:lvl4pPr>
              <a:defRPr sz="1350" b="0">
                <a:solidFill>
                  <a:srgbClr val="516374"/>
                </a:solidFill>
                <a:latin typeface="Arial"/>
                <a:ea typeface="Arial"/>
                <a:cs typeface="Arial"/>
              </a:defRPr>
            </a:lvl4pPr>
            <a:lvl5pPr>
              <a:defRPr sz="1350" b="0">
                <a:solidFill>
                  <a:srgbClr val="516374"/>
                </a:solidFill>
                <a:latin typeface="Arial"/>
                <a:ea typeface="Arial"/>
                <a:cs typeface="Arial"/>
              </a:defRPr>
            </a:lvl5pPr>
            <a:lvl6pPr>
              <a:defRPr sz="1350" b="0">
                <a:solidFill>
                  <a:srgbClr val="516374"/>
                </a:solidFill>
                <a:latin typeface="Arial"/>
                <a:ea typeface="Arial"/>
                <a:cs typeface="Arial"/>
              </a:defRPr>
            </a:lvl6pPr>
            <a:lvl7pPr>
              <a:defRPr sz="1350" b="0">
                <a:solidFill>
                  <a:srgbClr val="516374"/>
                </a:solidFill>
                <a:latin typeface="Arial"/>
                <a:ea typeface="Arial"/>
                <a:cs typeface="Arial"/>
              </a:defRPr>
            </a:lvl7pPr>
            <a:lvl8pPr>
              <a:defRPr sz="1350" b="0">
                <a:solidFill>
                  <a:srgbClr val="516374"/>
                </a:solidFill>
                <a:latin typeface="Arial"/>
                <a:ea typeface="Arial"/>
                <a:cs typeface="Arial"/>
              </a:defRPr>
            </a:lvl8pPr>
            <a:lvl9pPr>
              <a:defRPr sz="1350" b="0">
                <a:solidFill>
                  <a:srgbClr val="516374"/>
                </a:solidFill>
                <a:latin typeface="Arial"/>
                <a:ea typeface="Arial"/>
                <a:cs typeface="Arial"/>
              </a:defRPr>
            </a:lvl9pPr>
          </a:lstStyle>
          <a:p xmlns:a="http://schemas.openxmlformats.org/drawingml/2006/main">
            <a:pPr>
              <a:defRPr sz="1350" b="0">
                <a:solidFill>
                  <a:srgbClr val="516374"/>
                </a:solidFill>
                <a:latin typeface="Arial"/>
                <a:ea typeface="Arial"/>
                <a:cs typeface="Arial"/>
              </a:defRPr>
            </a:pPr>
            <a:r>
              <a:rPr sz="1350" b="0">
                <a:solidFill>
                  <a:srgbClr val="516374"/>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2CD6A907-EEC2-41D8-9910-1DD462532F12}"/>
              </a:ext>
            </a:extLst>
          </p:cNvPr>
          <p:cNvGraphicFramePr/>
          <p:nvPr/>
        </p:nvGraphicFramePr>
        <p:xfrm>
          <a:off xmlns:a="http://schemas.openxmlformats.org/drawingml/2006/main" x="609600" y="1943100"/>
          <a:ext xmlns:a="http://schemas.openxmlformats.org/drawingml/2006/main" cx="10972800" cy="2952750"/>
        </p:xfrm>
        <a:graphic xmlns:a="http://schemas.openxmlformats.org/drawingml/2006/main">
          <a:graphicData uri="http://schemas.openxmlformats.org/drawingml/2006/table">
            <a:tbl>
              <a:tblPr/>
              <a:tblGrid>
                <a:gridCol w="3905250"/>
                <a:gridCol w="4000500"/>
                <a:gridCol w="3067050"/>
              </a:tblGrid>
              <a:tr h="738188">
                <a:tc>
                  <a:txBody>
                    <a:bodyPr/>
                    <a:lstStyle/>
                    <a:p>
                      <a:r>
                        <a:rPr sz="2025" b="1">
                          <a:solidFill>
                            <a:srgbClr val="FFFFFF"/>
                          </a:solidFill>
                          <a:latin typeface="Arial"/>
                          <a:ea typeface="Arial"/>
                          <a:cs typeface="Arial"/>
                        </a:rPr>
                        <a:t>Source</a:t>
                      </a:r>
                    </a:p>
                  </a:txBody>
                  <a:tcPr marL="91440" marR="91440" marT="45720" marB="45720">
                    <a:solidFill>
                      <a:srgbClr val="17324D"/>
                    </a:solidFill>
                  </a:tcPr>
                </a:tc>
                <a:tc>
                  <a:txBody>
                    <a:bodyPr/>
                    <a:lstStyle/>
                    <a:p>
                      <a:r>
                        <a:rPr sz="2025" b="1">
                          <a:solidFill>
                            <a:srgbClr val="FFFFFF"/>
                          </a:solidFill>
                          <a:latin typeface="Arial"/>
                          <a:ea typeface="Arial"/>
                          <a:cs typeface="Arial"/>
                        </a:rPr>
                        <a:t>Période renseignée</a:t>
                      </a:r>
                    </a:p>
                  </a:txBody>
                  <a:tcPr marL="91440" marR="91440" marT="45720" marB="45720">
                    <a:solidFill>
                      <a:srgbClr val="17324D"/>
                    </a:solidFill>
                  </a:tcPr>
                </a:tc>
                <a:tc>
                  <a:txBody>
                    <a:bodyPr/>
                    <a:lstStyle/>
                    <a:p>
                      <a:r>
                        <a:rPr sz="2025" b="1">
                          <a:solidFill>
                            <a:srgbClr val="FFFFFF"/>
                          </a:solidFill>
                          <a:latin typeface="Arial"/>
                          <a:ea typeface="Arial"/>
                          <a:cs typeface="Arial"/>
                        </a:rPr>
                        <a:t>Montant</a:t>
                      </a:r>
                    </a:p>
                  </a:txBody>
                  <a:tcPr marL="91440" marR="91440" marT="45720" marB="45720">
                    <a:solidFill>
                      <a:srgbClr val="17324D"/>
                    </a:solidFill>
                  </a:tcPr>
                </a:tc>
              </a:tr>
              <a:tr h="738188">
                <a:tc>
                  <a:txBody>
                    <a:bodyPr/>
                    <a:lstStyle/>
                    <a:p>
                      <a:r>
                        <a:rPr sz="2025" b="0">
                          <a:solidFill>
                            <a:srgbClr val="243542"/>
                          </a:solidFill>
                          <a:latin typeface="Arial"/>
                          <a:ea typeface="Arial"/>
                          <a:cs typeface="Arial"/>
                        </a:rPr>
                        <a:t>Grand livre — compte 4200</a:t>
                      </a:r>
                    </a:p>
                  </a:txBody>
                  <a:tcPr marL="91440" marR="91440" marT="45720" marB="45720">
                    <a:solidFill>
                      <a:srgbClr val="FFFFFF"/>
                    </a:solidFill>
                  </a:tcPr>
                </a:tc>
                <a:tc>
                  <a:txBody>
                    <a:bodyPr/>
                    <a:lstStyle/>
                    <a:p>
                      <a:r>
                        <a:rPr sz="2025" b="0">
                          <a:solidFill>
                            <a:srgbClr val="243542"/>
                          </a:solidFill>
                          <a:latin typeface="Arial"/>
                          <a:ea typeface="Arial"/>
                          <a:cs typeface="Arial"/>
                        </a:rPr>
                        <a:t>Juillet 2024 à avril 2025</a:t>
                      </a:r>
                    </a:p>
                  </a:txBody>
                  <a:tcPr marL="91440" marR="91440" marT="45720" marB="45720">
                    <a:solidFill>
                      <a:srgbClr val="FFFFFF"/>
                    </a:solidFill>
                  </a:tcPr>
                </a:tc>
                <a:tc>
                  <a:txBody>
                    <a:bodyPr/>
                    <a:lstStyle/>
                    <a:p>
                      <a:r>
                        <a:rPr sz="2025" b="0">
                          <a:solidFill>
                            <a:srgbClr val="243542"/>
                          </a:solidFill>
                          <a:latin typeface="Arial"/>
                          <a:ea typeface="Arial"/>
                          <a:cs typeface="Arial"/>
                        </a:rPr>
                        <a:t>77 995,44 $</a:t>
                      </a:r>
                    </a:p>
                  </a:txBody>
                  <a:tcPr marL="91440" marR="91440" marT="45720" marB="45720">
                    <a:solidFill>
                      <a:srgbClr val="FFFFFF"/>
                    </a:solidFill>
                  </a:tcPr>
                </a:tc>
              </a:tr>
              <a:tr h="738188">
                <a:tc>
                  <a:txBody>
                    <a:bodyPr/>
                    <a:lstStyle/>
                    <a:p>
                      <a:r>
                        <a:rPr sz="2025" b="0">
                          <a:solidFill>
                            <a:srgbClr val="243542"/>
                          </a:solidFill>
                          <a:latin typeface="Arial"/>
                          <a:ea typeface="Arial"/>
                          <a:cs typeface="Arial"/>
                        </a:rPr>
                        <a:t>Uber</a:t>
                      </a:r>
                    </a:p>
                  </a:txBody>
                  <a:tcPr marL="91440" marR="91440" marT="45720" marB="45720">
                    <a:solidFill>
                      <a:srgbClr val="EAEFF3"/>
                    </a:solidFill>
                  </a:tcPr>
                </a:tc>
                <a:tc>
                  <a:txBody>
                    <a:bodyPr/>
                    <a:lstStyle/>
                    <a:p>
                      <a:r>
                        <a:rPr sz="2025" b="0">
                          <a:solidFill>
                            <a:srgbClr val="243542"/>
                          </a:solidFill>
                          <a:latin typeface="Arial"/>
                          <a:ea typeface="Arial"/>
                          <a:cs typeface="Arial"/>
                        </a:rPr>
                        <a:t>Mars à décembre 2024</a:t>
                      </a:r>
                    </a:p>
                  </a:txBody>
                  <a:tcPr marL="91440" marR="91440" marT="45720" marB="45720">
                    <a:solidFill>
                      <a:srgbClr val="EAEFF3"/>
                    </a:solidFill>
                  </a:tcPr>
                </a:tc>
                <a:tc>
                  <a:txBody>
                    <a:bodyPr/>
                    <a:lstStyle/>
                    <a:p>
                      <a:r>
                        <a:rPr sz="2025" b="0">
                          <a:solidFill>
                            <a:srgbClr val="243542"/>
                          </a:solidFill>
                          <a:latin typeface="Arial"/>
                          <a:ea typeface="Arial"/>
                          <a:cs typeface="Arial"/>
                        </a:rPr>
                        <a:t>55 609,85 $</a:t>
                      </a:r>
                    </a:p>
                  </a:txBody>
                  <a:tcPr marL="91440" marR="91440" marT="45720" marB="45720">
                    <a:solidFill>
                      <a:srgbClr val="EAEFF3"/>
                    </a:solidFill>
                  </a:tcPr>
                </a:tc>
              </a:tr>
              <a:tr h="738188">
                <a:tc>
                  <a:txBody>
                    <a:bodyPr/>
                    <a:lstStyle/>
                    <a:p>
                      <a:r>
                        <a:rPr sz="2025" b="0">
                          <a:solidFill>
                            <a:srgbClr val="243542"/>
                          </a:solidFill>
                          <a:latin typeface="Arial"/>
                          <a:ea typeface="Arial"/>
                          <a:cs typeface="Arial"/>
                        </a:rPr>
                        <a:t>DoorDash</a:t>
                      </a:r>
                    </a:p>
                  </a:txBody>
                  <a:tcPr marL="91440" marR="91440" marT="45720" marB="45720">
                    <a:solidFill>
                      <a:srgbClr val="FFFFFF"/>
                    </a:solidFill>
                  </a:tcPr>
                </a:tc>
                <a:tc>
                  <a:txBody>
                    <a:bodyPr/>
                    <a:lstStyle/>
                    <a:p>
                      <a:r>
                        <a:rPr sz="2025" b="0">
                          <a:solidFill>
                            <a:srgbClr val="243542"/>
                          </a:solidFill>
                          <a:latin typeface="Arial"/>
                          <a:ea typeface="Arial"/>
                          <a:cs typeface="Arial"/>
                        </a:rPr>
                        <a:t>Avril à décembre 2024</a:t>
                      </a:r>
                    </a:p>
                  </a:txBody>
                  <a:tcPr marL="91440" marR="91440" marT="45720" marB="45720">
                    <a:solidFill>
                      <a:srgbClr val="FFFFFF"/>
                    </a:solidFill>
                  </a:tcPr>
                </a:tc>
                <a:tc>
                  <a:txBody>
                    <a:bodyPr/>
                    <a:lstStyle/>
                    <a:p>
                      <a:r>
                        <a:rPr sz="2025" b="0">
                          <a:solidFill>
                            <a:srgbClr val="243542"/>
                          </a:solidFill>
                          <a:latin typeface="Arial"/>
                          <a:ea typeface="Arial"/>
                          <a:cs typeface="Arial"/>
                        </a:rPr>
                        <a:t>22 774,34 $</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8D2AB4A-4CA5-4D1F-888E-5329CD146F01}"/>
              </a:ext>
            </a:extLst>
          </p:cNvPr>
          <p:cNvSpPr>
            <a:spLocks xmlns:a="http://schemas.openxmlformats.org/drawingml/2006/main" noGrp="1"/>
          </p:cNvSpPr>
          <p:nvPr/>
        </p:nvSpPr>
        <p:spPr>
          <a:xfrm xmlns:a="http://schemas.openxmlformats.org/drawingml/2006/main">
            <a:off x="628650" y="5181600"/>
            <a:ext cx="10648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43542"/>
                </a:solidFill>
                <a:latin typeface="Arial"/>
                <a:ea typeface="Arial"/>
                <a:cs typeface="Arial"/>
              </a:defRPr>
            </a:defPPr>
            <a:lvl1pPr>
              <a:defRPr sz="1875" b="0">
                <a:solidFill>
                  <a:srgbClr val="243542"/>
                </a:solidFill>
                <a:latin typeface="Arial"/>
                <a:ea typeface="Arial"/>
                <a:cs typeface="Arial"/>
              </a:defRPr>
            </a:lvl1pPr>
            <a:lvl2pPr>
              <a:defRPr sz="1875" b="0">
                <a:solidFill>
                  <a:srgbClr val="243542"/>
                </a:solidFill>
                <a:latin typeface="Arial"/>
                <a:ea typeface="Arial"/>
                <a:cs typeface="Arial"/>
              </a:defRPr>
            </a:lvl2pPr>
            <a:lvl3pPr>
              <a:defRPr sz="1875" b="0">
                <a:solidFill>
                  <a:srgbClr val="243542"/>
                </a:solidFill>
                <a:latin typeface="Arial"/>
                <a:ea typeface="Arial"/>
                <a:cs typeface="Arial"/>
              </a:defRPr>
            </a:lvl3pPr>
            <a:lvl4pPr>
              <a:defRPr sz="1875" b="0">
                <a:solidFill>
                  <a:srgbClr val="243542"/>
                </a:solidFill>
                <a:latin typeface="Arial"/>
                <a:ea typeface="Arial"/>
                <a:cs typeface="Arial"/>
              </a:defRPr>
            </a:lvl4pPr>
            <a:lvl5pPr>
              <a:defRPr sz="1875" b="0">
                <a:solidFill>
                  <a:srgbClr val="243542"/>
                </a:solidFill>
                <a:latin typeface="Arial"/>
                <a:ea typeface="Arial"/>
                <a:cs typeface="Arial"/>
              </a:defRPr>
            </a:lvl5pPr>
            <a:lvl6pPr>
              <a:defRPr sz="1875" b="0">
                <a:solidFill>
                  <a:srgbClr val="243542"/>
                </a:solidFill>
                <a:latin typeface="Arial"/>
                <a:ea typeface="Arial"/>
                <a:cs typeface="Arial"/>
              </a:defRPr>
            </a:lvl6pPr>
            <a:lvl7pPr>
              <a:defRPr sz="1875" b="0">
                <a:solidFill>
                  <a:srgbClr val="243542"/>
                </a:solidFill>
                <a:latin typeface="Arial"/>
                <a:ea typeface="Arial"/>
                <a:cs typeface="Arial"/>
              </a:defRPr>
            </a:lvl7pPr>
            <a:lvl8pPr>
              <a:defRPr sz="1875" b="0">
                <a:solidFill>
                  <a:srgbClr val="243542"/>
                </a:solidFill>
                <a:latin typeface="Arial"/>
                <a:ea typeface="Arial"/>
                <a:cs typeface="Arial"/>
              </a:defRPr>
            </a:lvl8pPr>
            <a:lvl9pPr>
              <a:defRPr sz="1875" b="0">
                <a:solidFill>
                  <a:srgbClr val="243542"/>
                </a:solidFill>
                <a:latin typeface="Arial"/>
                <a:ea typeface="Arial"/>
                <a:cs typeface="Arial"/>
              </a:defRPr>
            </a:lvl9pPr>
          </a:lstStyle>
          <a:p xmlns:a="http://schemas.openxmlformats.org/drawingml/2006/main">
            <a:pPr>
              <a:defRPr sz="1875" b="0">
                <a:solidFill>
                  <a:srgbClr val="243542"/>
                </a:solidFill>
                <a:latin typeface="Arial"/>
                <a:ea typeface="Arial"/>
                <a:cs typeface="Arial"/>
              </a:defRPr>
            </a:pPr>
            <a:r>
              <a:rPr sz="1875" b="0">
                <a:solidFill>
                  <a:srgbClr val="243542"/>
                </a:solidFill>
                <a:latin typeface="Arial"/>
                <a:ea typeface="Arial"/>
                <a:cs typeface="Arial"/>
              </a:rPr>
              <a:t>Mai et juin 2025 sont absents du détail des ventes du grand livre. Leur absence ne prouve pas des ventes nulles.</a:t>
            </a:r>
          </a:p>
        </p:txBody>
      </p:sp>
      <p:sp>
        <p:nvSpPr>
          <p:cNvPr id="7" name="">
            <a:extLst xmlns:a="http://schemas.openxmlformats.org/drawingml/2006/main">
              <a:ext uri="{FF2B5EF4-FFF2-40B4-BE49-F238E27FC236}">
                <a16:creationId xmlns:a16="http://schemas.microsoft.com/office/drawing/2014/main" id="{5A091F41-2D45-4801-870A-CA5126868424}"/>
              </a:ext>
            </a:extLst>
          </p:cNvPr>
          <p:cNvSpPr>
            <a:spLocks xmlns:a="http://schemas.openxmlformats.org/drawingml/2006/main" noGrp="1"/>
          </p:cNvSpPr>
          <p:nvPr/>
        </p:nvSpPr>
        <p:spPr>
          <a:xfrm xmlns:a="http://schemas.openxmlformats.org/drawingml/2006/main">
            <a:off x="628650" y="5867400"/>
            <a:ext cx="10648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7324D"/>
                </a:solidFill>
                <a:latin typeface="Arial"/>
                <a:ea typeface="Arial"/>
                <a:cs typeface="Arial"/>
              </a:defRPr>
            </a:defPPr>
            <a:lvl1pPr>
              <a:defRPr sz="1875" b="1">
                <a:solidFill>
                  <a:srgbClr val="17324D"/>
                </a:solidFill>
                <a:latin typeface="Arial"/>
                <a:ea typeface="Arial"/>
                <a:cs typeface="Arial"/>
              </a:defRPr>
            </a:lvl1pPr>
            <a:lvl2pPr>
              <a:defRPr sz="1875" b="1">
                <a:solidFill>
                  <a:srgbClr val="17324D"/>
                </a:solidFill>
                <a:latin typeface="Arial"/>
                <a:ea typeface="Arial"/>
                <a:cs typeface="Arial"/>
              </a:defRPr>
            </a:lvl2pPr>
            <a:lvl3pPr>
              <a:defRPr sz="1875" b="1">
                <a:solidFill>
                  <a:srgbClr val="17324D"/>
                </a:solidFill>
                <a:latin typeface="Arial"/>
                <a:ea typeface="Arial"/>
                <a:cs typeface="Arial"/>
              </a:defRPr>
            </a:lvl3pPr>
            <a:lvl4pPr>
              <a:defRPr sz="1875" b="1">
                <a:solidFill>
                  <a:srgbClr val="17324D"/>
                </a:solidFill>
                <a:latin typeface="Arial"/>
                <a:ea typeface="Arial"/>
                <a:cs typeface="Arial"/>
              </a:defRPr>
            </a:lvl4pPr>
            <a:lvl5pPr>
              <a:defRPr sz="1875" b="1">
                <a:solidFill>
                  <a:srgbClr val="17324D"/>
                </a:solidFill>
                <a:latin typeface="Arial"/>
                <a:ea typeface="Arial"/>
                <a:cs typeface="Arial"/>
              </a:defRPr>
            </a:lvl5pPr>
            <a:lvl6pPr>
              <a:defRPr sz="1875" b="1">
                <a:solidFill>
                  <a:srgbClr val="17324D"/>
                </a:solidFill>
                <a:latin typeface="Arial"/>
                <a:ea typeface="Arial"/>
                <a:cs typeface="Arial"/>
              </a:defRPr>
            </a:lvl6pPr>
            <a:lvl7pPr>
              <a:defRPr sz="1875" b="1">
                <a:solidFill>
                  <a:srgbClr val="17324D"/>
                </a:solidFill>
                <a:latin typeface="Arial"/>
                <a:ea typeface="Arial"/>
                <a:cs typeface="Arial"/>
              </a:defRPr>
            </a:lvl7pPr>
            <a:lvl8pPr>
              <a:defRPr sz="1875" b="1">
                <a:solidFill>
                  <a:srgbClr val="17324D"/>
                </a:solidFill>
                <a:latin typeface="Arial"/>
                <a:ea typeface="Arial"/>
                <a:cs typeface="Arial"/>
              </a:defRPr>
            </a:lvl8pPr>
            <a:lvl9pPr>
              <a:defRPr sz="1875" b="1">
                <a:solidFill>
                  <a:srgbClr val="17324D"/>
                </a:solidFill>
                <a:latin typeface="Arial"/>
                <a:ea typeface="Arial"/>
                <a:cs typeface="Arial"/>
              </a:defRPr>
            </a:lvl9pPr>
          </a:lstStyle>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Ces montants ne mesurent pas la perte d’exploitation.</a:t>
            </a:r>
          </a:p>
        </p:txBody>
      </p:sp>
    </p:spTree>
    <p:extLst>
      <p:ext uri="{BB962C8B-B14F-4D97-AF65-F5344CB8AC3E}">
        <p14:creationId xmlns:p14="http://schemas.microsoft.com/office/powerpoint/2010/main" val="1770488898"/>
      </p:ext>
    </p:extLst>
  </p:cSld>
</p:sld>
</file>

<file path=ppt/slides/slide4.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8F111C-C288-49F1-ACF8-457402304C79}"/>
              </a:ext>
            </a:extLst>
          </p:cNvPr>
          <p:cNvSpPr>
            <a:spLocks xmlns:a="http://schemas.openxmlformats.org/drawingml/2006/main" noGrp="1"/>
          </p:cNvSpPr>
          <p:nvPr/>
        </p:nvSpPr>
        <p:spPr>
          <a:xfrm xmlns:a="http://schemas.openxmlformats.org/drawingml/2006/main">
            <a:off x="609600" y="4381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24D"/>
                </a:solidFill>
                <a:latin typeface="Arial"/>
                <a:ea typeface="Arial"/>
                <a:cs typeface="Arial"/>
              </a:defRPr>
            </a:defPPr>
            <a:lvl1pPr>
              <a:defRPr sz="3300" b="1">
                <a:solidFill>
                  <a:srgbClr val="17324D"/>
                </a:solidFill>
                <a:latin typeface="Arial"/>
                <a:ea typeface="Arial"/>
                <a:cs typeface="Arial"/>
              </a:defRPr>
            </a:lvl1pPr>
            <a:lvl2pPr>
              <a:defRPr sz="3300" b="1">
                <a:solidFill>
                  <a:srgbClr val="17324D"/>
                </a:solidFill>
                <a:latin typeface="Arial"/>
                <a:ea typeface="Arial"/>
                <a:cs typeface="Arial"/>
              </a:defRPr>
            </a:lvl2pPr>
            <a:lvl3pPr>
              <a:defRPr sz="3300" b="1">
                <a:solidFill>
                  <a:srgbClr val="17324D"/>
                </a:solidFill>
                <a:latin typeface="Arial"/>
                <a:ea typeface="Arial"/>
                <a:cs typeface="Arial"/>
              </a:defRPr>
            </a:lvl3pPr>
            <a:lvl4pPr>
              <a:defRPr sz="3300" b="1">
                <a:solidFill>
                  <a:srgbClr val="17324D"/>
                </a:solidFill>
                <a:latin typeface="Arial"/>
                <a:ea typeface="Arial"/>
                <a:cs typeface="Arial"/>
              </a:defRPr>
            </a:lvl4pPr>
            <a:lvl5pPr>
              <a:defRPr sz="3300" b="1">
                <a:solidFill>
                  <a:srgbClr val="17324D"/>
                </a:solidFill>
                <a:latin typeface="Arial"/>
                <a:ea typeface="Arial"/>
                <a:cs typeface="Arial"/>
              </a:defRPr>
            </a:lvl5pPr>
            <a:lvl6pPr>
              <a:defRPr sz="3300" b="1">
                <a:solidFill>
                  <a:srgbClr val="17324D"/>
                </a:solidFill>
                <a:latin typeface="Arial"/>
                <a:ea typeface="Arial"/>
                <a:cs typeface="Arial"/>
              </a:defRPr>
            </a:lvl6pPr>
            <a:lvl7pPr>
              <a:defRPr sz="3300" b="1">
                <a:solidFill>
                  <a:srgbClr val="17324D"/>
                </a:solidFill>
                <a:latin typeface="Arial"/>
                <a:ea typeface="Arial"/>
                <a:cs typeface="Arial"/>
              </a:defRPr>
            </a:lvl7pPr>
            <a:lvl8pPr>
              <a:defRPr sz="3300" b="1">
                <a:solidFill>
                  <a:srgbClr val="17324D"/>
                </a:solidFill>
                <a:latin typeface="Arial"/>
                <a:ea typeface="Arial"/>
                <a:cs typeface="Arial"/>
              </a:defRPr>
            </a:lvl8pPr>
            <a:lvl9pPr>
              <a:defRPr sz="3300" b="1">
                <a:solidFill>
                  <a:srgbClr val="17324D"/>
                </a:solidFill>
                <a:latin typeface="Arial"/>
                <a:ea typeface="Arial"/>
                <a:cs typeface="Arial"/>
              </a:defRPr>
            </a:lvl9pPr>
          </a:lstStyle>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Une prestation, plusieurs versions Harmony</a:t>
            </a:r>
          </a:p>
        </p:txBody>
      </p:sp>
      <p:sp>
        <p:nvSpPr>
          <p:cNvPr id="2" name="">
            <a:extLst xmlns:a="http://schemas.openxmlformats.org/drawingml/2006/main">
              <a:ext uri="{FF2B5EF4-FFF2-40B4-BE49-F238E27FC236}">
                <a16:creationId xmlns:a16="http://schemas.microsoft.com/office/drawing/2014/main" id="{CD8270B2-3A0F-4EF6-8357-04E5488E9669}"/>
              </a:ext>
            </a:extLst>
          </p:cNvPr>
          <p:cNvSpPr>
            <a:spLocks xmlns:a="http://schemas.openxmlformats.org/drawingml/2006/main" noGrp="1"/>
          </p:cNvSpPr>
          <p:nvPr/>
        </p:nvSpPr>
        <p:spPr>
          <a:xfrm xmlns:a="http://schemas.openxmlformats.org/drawingml/2006/main">
            <a:off x="628650" y="116205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16374"/>
                </a:solidFill>
                <a:latin typeface="Arial"/>
                <a:ea typeface="Arial"/>
                <a:cs typeface="Arial"/>
              </a:defRPr>
            </a:defPPr>
            <a:lvl1pPr>
              <a:defRPr sz="1725" b="0">
                <a:solidFill>
                  <a:srgbClr val="516374"/>
                </a:solidFill>
                <a:latin typeface="Arial"/>
                <a:ea typeface="Arial"/>
                <a:cs typeface="Arial"/>
              </a:defRPr>
            </a:lvl1pPr>
            <a:lvl2pPr>
              <a:defRPr sz="1725" b="0">
                <a:solidFill>
                  <a:srgbClr val="516374"/>
                </a:solidFill>
                <a:latin typeface="Arial"/>
                <a:ea typeface="Arial"/>
                <a:cs typeface="Arial"/>
              </a:defRPr>
            </a:lvl2pPr>
            <a:lvl3pPr>
              <a:defRPr sz="1725" b="0">
                <a:solidFill>
                  <a:srgbClr val="516374"/>
                </a:solidFill>
                <a:latin typeface="Arial"/>
                <a:ea typeface="Arial"/>
                <a:cs typeface="Arial"/>
              </a:defRPr>
            </a:lvl3pPr>
            <a:lvl4pPr>
              <a:defRPr sz="1725" b="0">
                <a:solidFill>
                  <a:srgbClr val="516374"/>
                </a:solidFill>
                <a:latin typeface="Arial"/>
                <a:ea typeface="Arial"/>
                <a:cs typeface="Arial"/>
              </a:defRPr>
            </a:lvl4pPr>
            <a:lvl5pPr>
              <a:defRPr sz="1725" b="0">
                <a:solidFill>
                  <a:srgbClr val="516374"/>
                </a:solidFill>
                <a:latin typeface="Arial"/>
                <a:ea typeface="Arial"/>
                <a:cs typeface="Arial"/>
              </a:defRPr>
            </a:lvl5pPr>
            <a:lvl6pPr>
              <a:defRPr sz="1725" b="0">
                <a:solidFill>
                  <a:srgbClr val="516374"/>
                </a:solidFill>
                <a:latin typeface="Arial"/>
                <a:ea typeface="Arial"/>
                <a:cs typeface="Arial"/>
              </a:defRPr>
            </a:lvl6pPr>
            <a:lvl7pPr>
              <a:defRPr sz="1725" b="0">
                <a:solidFill>
                  <a:srgbClr val="516374"/>
                </a:solidFill>
                <a:latin typeface="Arial"/>
                <a:ea typeface="Arial"/>
                <a:cs typeface="Arial"/>
              </a:defRPr>
            </a:lvl7pPr>
            <a:lvl8pPr>
              <a:defRPr sz="1725" b="0">
                <a:solidFill>
                  <a:srgbClr val="516374"/>
                </a:solidFill>
                <a:latin typeface="Arial"/>
                <a:ea typeface="Arial"/>
                <a:cs typeface="Arial"/>
              </a:defRPr>
            </a:lvl8pPr>
            <a:lvl9pPr>
              <a:defRPr sz="1725" b="0">
                <a:solidFill>
                  <a:srgbClr val="516374"/>
                </a:solidFill>
                <a:latin typeface="Arial"/>
                <a:ea typeface="Arial"/>
                <a:cs typeface="Arial"/>
              </a:defRPr>
            </a:lvl9pPr>
          </a:lstStyle>
          <a:p xmlns:a="http://schemas.openxmlformats.org/drawingml/2006/main">
            <a:pPr>
              <a:defRPr sz="1725" b="0">
                <a:solidFill>
                  <a:srgbClr val="516374"/>
                </a:solidFill>
                <a:latin typeface="Arial"/>
                <a:ea typeface="Arial"/>
                <a:cs typeface="Arial"/>
              </a:defRPr>
            </a:pPr>
            <a:r>
              <a:rPr sz="1725" b="0">
                <a:solidFill>
                  <a:srgbClr val="516374"/>
                </a:solidFill>
                <a:latin typeface="Arial"/>
                <a:ea typeface="Arial"/>
                <a:cs typeface="Arial"/>
              </a:rPr>
              <a:t>Les versions ne doivent pas être additionnées</a:t>
            </a:r>
          </a:p>
        </p:txBody>
      </p:sp>
      <p:sp>
        <p:nvSpPr>
          <p:cNvPr id="3" name="">
            <a:extLst xmlns:a="http://schemas.openxmlformats.org/drawingml/2006/main">
              <a:ext uri="{FF2B5EF4-FFF2-40B4-BE49-F238E27FC236}">
                <a16:creationId xmlns:a16="http://schemas.microsoft.com/office/drawing/2014/main" id="{DB532A4A-43CD-4537-ACF4-1262613E79EA}"/>
              </a:ext>
            </a:extLst>
          </p:cNvPr>
          <p:cNvSpPr>
            <a:spLocks xmlns:a="http://schemas.openxmlformats.org/drawingml/2006/main" noGrp="1"/>
          </p:cNvSpPr>
          <p:nvPr/>
        </p:nvSpPr>
        <p:spPr>
          <a:xfrm xmlns:a="http://schemas.openxmlformats.org/drawingml/2006/main">
            <a:off x="609600" y="643890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16374"/>
                </a:solidFill>
                <a:latin typeface="Arial"/>
                <a:ea typeface="Arial"/>
                <a:cs typeface="Arial"/>
              </a:defRPr>
            </a:defPPr>
            <a:lvl1pPr>
              <a:defRPr sz="1125" b="0">
                <a:solidFill>
                  <a:srgbClr val="516374"/>
                </a:solidFill>
                <a:latin typeface="Arial"/>
                <a:ea typeface="Arial"/>
                <a:cs typeface="Arial"/>
              </a:defRPr>
            </a:lvl1pPr>
            <a:lvl2pPr>
              <a:defRPr sz="1125" b="0">
                <a:solidFill>
                  <a:srgbClr val="516374"/>
                </a:solidFill>
                <a:latin typeface="Arial"/>
                <a:ea typeface="Arial"/>
                <a:cs typeface="Arial"/>
              </a:defRPr>
            </a:lvl2pPr>
            <a:lvl3pPr>
              <a:defRPr sz="1125" b="0">
                <a:solidFill>
                  <a:srgbClr val="516374"/>
                </a:solidFill>
                <a:latin typeface="Arial"/>
                <a:ea typeface="Arial"/>
                <a:cs typeface="Arial"/>
              </a:defRPr>
            </a:lvl3pPr>
            <a:lvl4pPr>
              <a:defRPr sz="1125" b="0">
                <a:solidFill>
                  <a:srgbClr val="516374"/>
                </a:solidFill>
                <a:latin typeface="Arial"/>
                <a:ea typeface="Arial"/>
                <a:cs typeface="Arial"/>
              </a:defRPr>
            </a:lvl4pPr>
            <a:lvl5pPr>
              <a:defRPr sz="1125" b="0">
                <a:solidFill>
                  <a:srgbClr val="516374"/>
                </a:solidFill>
                <a:latin typeface="Arial"/>
                <a:ea typeface="Arial"/>
                <a:cs typeface="Arial"/>
              </a:defRPr>
            </a:lvl5pPr>
            <a:lvl6pPr>
              <a:defRPr sz="1125" b="0">
                <a:solidFill>
                  <a:srgbClr val="516374"/>
                </a:solidFill>
                <a:latin typeface="Arial"/>
                <a:ea typeface="Arial"/>
                <a:cs typeface="Arial"/>
              </a:defRPr>
            </a:lvl6pPr>
            <a:lvl7pPr>
              <a:defRPr sz="1125" b="0">
                <a:solidFill>
                  <a:srgbClr val="516374"/>
                </a:solidFill>
                <a:latin typeface="Arial"/>
                <a:ea typeface="Arial"/>
                <a:cs typeface="Arial"/>
              </a:defRPr>
            </a:lvl7pPr>
            <a:lvl8pPr>
              <a:defRPr sz="1125" b="0">
                <a:solidFill>
                  <a:srgbClr val="516374"/>
                </a:solidFill>
                <a:latin typeface="Arial"/>
                <a:ea typeface="Arial"/>
                <a:cs typeface="Arial"/>
              </a:defRPr>
            </a:lvl8pPr>
            <a:lvl9pPr>
              <a:defRPr sz="1125" b="0">
                <a:solidFill>
                  <a:srgbClr val="516374"/>
                </a:solidFill>
                <a:latin typeface="Arial"/>
                <a:ea typeface="Arial"/>
                <a:cs typeface="Arial"/>
              </a:defRPr>
            </a:lvl9pPr>
          </a:lstStyle>
          <a:p xmlns:a="http://schemas.openxmlformats.org/drawingml/2006/main">
            <a:pPr>
              <a:defRPr sz="1125" b="0">
                <a:solidFill>
                  <a:srgbClr val="516374"/>
                </a:solidFill>
                <a:latin typeface="Arial"/>
                <a:ea typeface="Arial"/>
                <a:cs typeface="Arial"/>
              </a:defRPr>
            </a:pPr>
            <a:r>
              <a:rPr sz="1125" b="0">
                <a:solidFill>
                  <a:srgbClr val="516374"/>
                </a:solidFill>
                <a:latin typeface="Arial"/>
                <a:ea typeface="Arial"/>
                <a:cs typeface="Arial"/>
              </a:rPr>
              <a:t>6241 boulevard Léger  |  21 octobre 2026</a:t>
            </a:r>
          </a:p>
        </p:txBody>
      </p:sp>
      <p:sp>
        <p:nvSpPr>
          <p:cNvPr id="4" name="">
            <a:extLst xmlns:a="http://schemas.openxmlformats.org/drawingml/2006/main">
              <a:ext uri="{FF2B5EF4-FFF2-40B4-BE49-F238E27FC236}">
                <a16:creationId xmlns:a16="http://schemas.microsoft.com/office/drawing/2014/main" id="{7DEC12CA-515C-4700-A236-E3C2219954A1}"/>
              </a:ext>
            </a:extLst>
          </p:cNvPr>
          <p:cNvSpPr>
            <a:spLocks xmlns:a="http://schemas.openxmlformats.org/drawingml/2006/main" noGrp="1"/>
          </p:cNvSpPr>
          <p:nvPr/>
        </p:nvSpPr>
        <p:spPr>
          <a:xfrm xmlns:a="http://schemas.openxmlformats.org/drawingml/2006/main">
            <a:off x="11096625" y="64008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16374"/>
                </a:solidFill>
                <a:latin typeface="Arial"/>
                <a:ea typeface="Arial"/>
                <a:cs typeface="Arial"/>
              </a:defRPr>
            </a:defPPr>
            <a:lvl1pPr>
              <a:defRPr sz="1350" b="0">
                <a:solidFill>
                  <a:srgbClr val="516374"/>
                </a:solidFill>
                <a:latin typeface="Arial"/>
                <a:ea typeface="Arial"/>
                <a:cs typeface="Arial"/>
              </a:defRPr>
            </a:lvl1pPr>
            <a:lvl2pPr>
              <a:defRPr sz="1350" b="0">
                <a:solidFill>
                  <a:srgbClr val="516374"/>
                </a:solidFill>
                <a:latin typeface="Arial"/>
                <a:ea typeface="Arial"/>
                <a:cs typeface="Arial"/>
              </a:defRPr>
            </a:lvl2pPr>
            <a:lvl3pPr>
              <a:defRPr sz="1350" b="0">
                <a:solidFill>
                  <a:srgbClr val="516374"/>
                </a:solidFill>
                <a:latin typeface="Arial"/>
                <a:ea typeface="Arial"/>
                <a:cs typeface="Arial"/>
              </a:defRPr>
            </a:lvl3pPr>
            <a:lvl4pPr>
              <a:defRPr sz="1350" b="0">
                <a:solidFill>
                  <a:srgbClr val="516374"/>
                </a:solidFill>
                <a:latin typeface="Arial"/>
                <a:ea typeface="Arial"/>
                <a:cs typeface="Arial"/>
              </a:defRPr>
            </a:lvl4pPr>
            <a:lvl5pPr>
              <a:defRPr sz="1350" b="0">
                <a:solidFill>
                  <a:srgbClr val="516374"/>
                </a:solidFill>
                <a:latin typeface="Arial"/>
                <a:ea typeface="Arial"/>
                <a:cs typeface="Arial"/>
              </a:defRPr>
            </a:lvl5pPr>
            <a:lvl6pPr>
              <a:defRPr sz="1350" b="0">
                <a:solidFill>
                  <a:srgbClr val="516374"/>
                </a:solidFill>
                <a:latin typeface="Arial"/>
                <a:ea typeface="Arial"/>
                <a:cs typeface="Arial"/>
              </a:defRPr>
            </a:lvl6pPr>
            <a:lvl7pPr>
              <a:defRPr sz="1350" b="0">
                <a:solidFill>
                  <a:srgbClr val="516374"/>
                </a:solidFill>
                <a:latin typeface="Arial"/>
                <a:ea typeface="Arial"/>
                <a:cs typeface="Arial"/>
              </a:defRPr>
            </a:lvl7pPr>
            <a:lvl8pPr>
              <a:defRPr sz="1350" b="0">
                <a:solidFill>
                  <a:srgbClr val="516374"/>
                </a:solidFill>
                <a:latin typeface="Arial"/>
                <a:ea typeface="Arial"/>
                <a:cs typeface="Arial"/>
              </a:defRPr>
            </a:lvl8pPr>
            <a:lvl9pPr>
              <a:defRPr sz="1350" b="0">
                <a:solidFill>
                  <a:srgbClr val="516374"/>
                </a:solidFill>
                <a:latin typeface="Arial"/>
                <a:ea typeface="Arial"/>
                <a:cs typeface="Arial"/>
              </a:defRPr>
            </a:lvl9pPr>
          </a:lstStyle>
          <a:p xmlns:a="http://schemas.openxmlformats.org/drawingml/2006/main">
            <a:pPr>
              <a:defRPr sz="1350" b="0">
                <a:solidFill>
                  <a:srgbClr val="516374"/>
                </a:solidFill>
                <a:latin typeface="Arial"/>
                <a:ea typeface="Arial"/>
                <a:cs typeface="Arial"/>
              </a:defRPr>
            </a:pPr>
            <a:r>
              <a:rPr sz="1350" b="0">
                <a:solidFill>
                  <a:srgbClr val="516374"/>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A15B5D86-8A4B-4150-A202-DD973728BC6E}"/>
              </a:ext>
            </a:extLst>
          </p:cNvPr>
          <p:cNvGraphicFramePr/>
          <p:nvPr/>
        </p:nvGraphicFramePr>
        <p:xfrm>
          <a:off xmlns:a="http://schemas.openxmlformats.org/drawingml/2006/main" x="609600" y="1809750"/>
          <a:ext xmlns:a="http://schemas.openxmlformats.org/drawingml/2006/main" cx="10972800" cy="3714750"/>
        </p:xfrm>
        <a:graphic xmlns:a="http://schemas.openxmlformats.org/drawingml/2006/main">
          <a:graphicData uri="http://schemas.openxmlformats.org/drawingml/2006/table">
            <a:tbl>
              <a:tblPr/>
              <a:tblGrid>
                <a:gridCol w="1524000"/>
                <a:gridCol w="2381250"/>
                <a:gridCol w="2324100"/>
                <a:gridCol w="4743450"/>
              </a:tblGrid>
              <a:tr h="619125">
                <a:tc>
                  <a:txBody>
                    <a:bodyPr/>
                    <a:lstStyle/>
                    <a:p>
                      <a:r>
                        <a:rPr sz="1800" b="1">
                          <a:solidFill>
                            <a:srgbClr val="FFFFFF"/>
                          </a:solidFill>
                          <a:latin typeface="Arial"/>
                          <a:ea typeface="Arial"/>
                          <a:cs typeface="Arial"/>
                        </a:rPr>
                        <a:t>Version</a:t>
                      </a:r>
                    </a:p>
                  </a:txBody>
                  <a:tcPr marL="91440" marR="91440" marT="45720" marB="45720">
                    <a:solidFill>
                      <a:srgbClr val="17324D"/>
                    </a:solidFill>
                  </a:tcPr>
                </a:tc>
                <a:tc>
                  <a:txBody>
                    <a:bodyPr/>
                    <a:lstStyle/>
                    <a:p>
                      <a:r>
                        <a:rPr sz="1800" b="1">
                          <a:solidFill>
                            <a:srgbClr val="FFFFFF"/>
                          </a:solidFill>
                          <a:latin typeface="Arial"/>
                          <a:ea typeface="Arial"/>
                          <a:cs typeface="Arial"/>
                        </a:rPr>
                        <a:t>Date d’émission</a:t>
                      </a:r>
                    </a:p>
                  </a:txBody>
                  <a:tcPr marL="91440" marR="91440" marT="45720" marB="45720">
                    <a:solidFill>
                      <a:srgbClr val="17324D"/>
                    </a:solidFill>
                  </a:tcPr>
                </a:tc>
                <a:tc>
                  <a:txBody>
                    <a:bodyPr/>
                    <a:lstStyle/>
                    <a:p>
                      <a:r>
                        <a:rPr sz="1800" b="1">
                          <a:solidFill>
                            <a:srgbClr val="FFFFFF"/>
                          </a:solidFill>
                          <a:latin typeface="Arial"/>
                          <a:ea typeface="Arial"/>
                          <a:cs typeface="Arial"/>
                        </a:rPr>
                        <a:t>Total TTC (CAD)</a:t>
                      </a:r>
                    </a:p>
                  </a:txBody>
                  <a:tcPr marL="91440" marR="91440" marT="45720" marB="45720">
                    <a:solidFill>
                      <a:srgbClr val="17324D"/>
                    </a:solidFill>
                  </a:tcPr>
                </a:tc>
                <a:tc>
                  <a:txBody>
                    <a:bodyPr/>
                    <a:lstStyle/>
                    <a:p>
                      <a:r>
                        <a:rPr sz="1800" b="1">
                          <a:solidFill>
                            <a:srgbClr val="FFFFFF"/>
                          </a:solidFill>
                          <a:latin typeface="Arial"/>
                          <a:ea typeface="Arial"/>
                          <a:cs typeface="Arial"/>
                        </a:rPr>
                        <a:t>Repère documentaire</a:t>
                      </a:r>
                    </a:p>
                  </a:txBody>
                  <a:tcPr marL="91440" marR="91440" marT="45720" marB="45720">
                    <a:solidFill>
                      <a:srgbClr val="17324D"/>
                    </a:solidFill>
                  </a:tcPr>
                </a:tc>
              </a:tr>
              <a:tr h="619125">
                <a:tc>
                  <a:txBody>
                    <a:bodyPr/>
                    <a:lstStyle/>
                    <a:p>
                      <a:r>
                        <a:rPr sz="1800" b="0">
                          <a:solidFill>
                            <a:srgbClr val="243542"/>
                          </a:solidFill>
                          <a:latin typeface="Arial"/>
                          <a:ea typeface="Arial"/>
                          <a:cs typeface="Arial"/>
                        </a:rPr>
                        <a:t>0001</a:t>
                      </a:r>
                    </a:p>
                  </a:txBody>
                  <a:tcPr marL="91440" marR="91440" marT="45720" marB="45720">
                    <a:solidFill>
                      <a:srgbClr val="FFFFFF"/>
                    </a:solidFill>
                  </a:tcPr>
                </a:tc>
                <a:tc>
                  <a:txBody>
                    <a:bodyPr/>
                    <a:lstStyle/>
                    <a:p>
                      <a:r>
                        <a:rPr sz="1800" b="0">
                          <a:solidFill>
                            <a:srgbClr val="243542"/>
                          </a:solidFill>
                          <a:latin typeface="Arial"/>
                          <a:ea typeface="Arial"/>
                          <a:cs typeface="Arial"/>
                        </a:rPr>
                        <a:t>12 juin 2025</a:t>
                      </a:r>
                    </a:p>
                  </a:txBody>
                  <a:tcPr marL="91440" marR="91440" marT="45720" marB="45720">
                    <a:solidFill>
                      <a:srgbClr val="FFFFFF"/>
                    </a:solidFill>
                  </a:tcPr>
                </a:tc>
                <a:tc>
                  <a:txBody>
                    <a:bodyPr/>
                    <a:lstStyle/>
                    <a:p>
                      <a:r>
                        <a:rPr sz="1800" b="0">
                          <a:solidFill>
                            <a:srgbClr val="243542"/>
                          </a:solidFill>
                          <a:latin typeface="Arial"/>
                          <a:ea typeface="Arial"/>
                          <a:cs typeface="Arial"/>
                        </a:rPr>
                        <a:t>4 501,27 $</a:t>
                      </a:r>
                    </a:p>
                  </a:txBody>
                  <a:tcPr marL="91440" marR="91440" marT="45720" marB="45720">
                    <a:solidFill>
                      <a:srgbClr val="FFFFFF"/>
                    </a:solidFill>
                  </a:tcPr>
                </a:tc>
                <a:tc>
                  <a:txBody>
                    <a:bodyPr/>
                    <a:lstStyle/>
                    <a:p>
                      <a:r>
                        <a:rPr sz="1800" b="0">
                          <a:solidFill>
                            <a:srgbClr val="243542"/>
                          </a:solidFill>
                          <a:latin typeface="Arial"/>
                          <a:ea typeface="Arial"/>
                          <a:cs typeface="Arial"/>
                        </a:rPr>
                        <a:t>Annulée dans la version 0002</a:t>
                      </a:r>
                    </a:p>
                  </a:txBody>
                  <a:tcPr marL="91440" marR="91440" marT="45720" marB="45720">
                    <a:solidFill>
                      <a:srgbClr val="FFFFFF"/>
                    </a:solidFill>
                  </a:tcPr>
                </a:tc>
              </a:tr>
              <a:tr h="619125">
                <a:tc>
                  <a:txBody>
                    <a:bodyPr/>
                    <a:lstStyle/>
                    <a:p>
                      <a:r>
                        <a:rPr sz="1800" b="0">
                          <a:solidFill>
                            <a:srgbClr val="243542"/>
                          </a:solidFill>
                          <a:latin typeface="Arial"/>
                          <a:ea typeface="Arial"/>
                          <a:cs typeface="Arial"/>
                        </a:rPr>
                        <a:t>0002</a:t>
                      </a:r>
                    </a:p>
                  </a:txBody>
                  <a:tcPr marL="91440" marR="91440" marT="45720" marB="45720">
                    <a:solidFill>
                      <a:srgbClr val="EAEFF3"/>
                    </a:solidFill>
                  </a:tcPr>
                </a:tc>
                <a:tc>
                  <a:txBody>
                    <a:bodyPr/>
                    <a:lstStyle/>
                    <a:p>
                      <a:r>
                        <a:rPr sz="1800" b="0">
                          <a:solidFill>
                            <a:srgbClr val="243542"/>
                          </a:solidFill>
                          <a:latin typeface="Arial"/>
                          <a:ea typeface="Arial"/>
                          <a:cs typeface="Arial"/>
                        </a:rPr>
                        <a:t>12 juin 2025</a:t>
                      </a:r>
                    </a:p>
                  </a:txBody>
                  <a:tcPr marL="91440" marR="91440" marT="45720" marB="45720">
                    <a:solidFill>
                      <a:srgbClr val="EAEFF3"/>
                    </a:solidFill>
                  </a:tcPr>
                </a:tc>
                <a:tc>
                  <a:txBody>
                    <a:bodyPr/>
                    <a:lstStyle/>
                    <a:p>
                      <a:r>
                        <a:rPr sz="1800" b="0">
                          <a:solidFill>
                            <a:srgbClr val="243542"/>
                          </a:solidFill>
                          <a:latin typeface="Arial"/>
                          <a:ea typeface="Arial"/>
                          <a:cs typeface="Arial"/>
                        </a:rPr>
                        <a:t>5 018,66 $</a:t>
                      </a:r>
                    </a:p>
                  </a:txBody>
                  <a:tcPr marL="91440" marR="91440" marT="45720" marB="45720">
                    <a:solidFill>
                      <a:srgbClr val="EAEFF3"/>
                    </a:solidFill>
                  </a:tcPr>
                </a:tc>
                <a:tc>
                  <a:txBody>
                    <a:bodyPr/>
                    <a:lstStyle/>
                    <a:p>
                      <a:r>
                        <a:rPr sz="1800" b="0">
                          <a:solidFill>
                            <a:srgbClr val="243542"/>
                          </a:solidFill>
                          <a:latin typeface="Arial"/>
                          <a:ea typeface="Arial"/>
                          <a:cs typeface="Arial"/>
                        </a:rPr>
                        <a:t>Ajout d’une nuitée</a:t>
                      </a:r>
                    </a:p>
                  </a:txBody>
                  <a:tcPr marL="91440" marR="91440" marT="45720" marB="45720">
                    <a:solidFill>
                      <a:srgbClr val="EAEFF3"/>
                    </a:solidFill>
                  </a:tcPr>
                </a:tc>
              </a:tr>
              <a:tr h="619125">
                <a:tc>
                  <a:txBody>
                    <a:bodyPr/>
                    <a:lstStyle/>
                    <a:p>
                      <a:r>
                        <a:rPr sz="1800" b="0">
                          <a:solidFill>
                            <a:srgbClr val="243542"/>
                          </a:solidFill>
                          <a:latin typeface="Arial"/>
                          <a:ea typeface="Arial"/>
                          <a:cs typeface="Arial"/>
                        </a:rPr>
                        <a:t>0003</a:t>
                      </a:r>
                    </a:p>
                  </a:txBody>
                  <a:tcPr marL="91440" marR="91440" marT="45720" marB="45720">
                    <a:solidFill>
                      <a:srgbClr val="FFFFFF"/>
                    </a:solidFill>
                  </a:tcPr>
                </a:tc>
                <a:tc>
                  <a:txBody>
                    <a:bodyPr/>
                    <a:lstStyle/>
                    <a:p>
                      <a:r>
                        <a:rPr sz="1800" b="0">
                          <a:solidFill>
                            <a:srgbClr val="243542"/>
                          </a:solidFill>
                          <a:latin typeface="Arial"/>
                          <a:ea typeface="Arial"/>
                          <a:cs typeface="Arial"/>
                        </a:rPr>
                        <a:t>22 juillet 2025</a:t>
                      </a:r>
                    </a:p>
                  </a:txBody>
                  <a:tcPr marL="91440" marR="91440" marT="45720" marB="45720">
                    <a:solidFill>
                      <a:srgbClr val="FFFFFF"/>
                    </a:solidFill>
                  </a:tcPr>
                </a:tc>
                <a:tc>
                  <a:txBody>
                    <a:bodyPr/>
                    <a:lstStyle/>
                    <a:p>
                      <a:r>
                        <a:rPr sz="1800" b="0">
                          <a:solidFill>
                            <a:srgbClr val="243542"/>
                          </a:solidFill>
                          <a:latin typeface="Arial"/>
                          <a:ea typeface="Arial"/>
                          <a:cs typeface="Arial"/>
                        </a:rPr>
                        <a:t>3 679,20 $</a:t>
                      </a:r>
                    </a:p>
                  </a:txBody>
                  <a:tcPr marL="91440" marR="91440" marT="45720" marB="45720">
                    <a:solidFill>
                      <a:srgbClr val="FFFFFF"/>
                    </a:solidFill>
                  </a:tcPr>
                </a:tc>
                <a:tc>
                  <a:txBody>
                    <a:bodyPr/>
                    <a:lstStyle/>
                    <a:p>
                      <a:r>
                        <a:rPr sz="1800" b="0">
                          <a:solidFill>
                            <a:srgbClr val="243542"/>
                          </a:solidFill>
                          <a:latin typeface="Arial"/>
                          <a:ea typeface="Arial"/>
                          <a:cs typeface="Arial"/>
                        </a:rPr>
                        <a:t>Crédit annoncé de 1 165 $ HT</a:t>
                      </a:r>
                    </a:p>
                  </a:txBody>
                  <a:tcPr marL="91440" marR="91440" marT="45720" marB="45720">
                    <a:solidFill>
                      <a:srgbClr val="FFFFFF"/>
                    </a:solidFill>
                  </a:tcPr>
                </a:tc>
              </a:tr>
              <a:tr h="619125">
                <a:tc>
                  <a:txBody>
                    <a:bodyPr/>
                    <a:lstStyle/>
                    <a:p>
                      <a:r>
                        <a:rPr sz="1800" b="0">
                          <a:solidFill>
                            <a:srgbClr val="243542"/>
                          </a:solidFill>
                          <a:latin typeface="Arial"/>
                          <a:ea typeface="Arial"/>
                          <a:cs typeface="Arial"/>
                        </a:rPr>
                        <a:t>0004</a:t>
                      </a:r>
                    </a:p>
                  </a:txBody>
                  <a:tcPr marL="91440" marR="91440" marT="45720" marB="45720">
                    <a:solidFill>
                      <a:srgbClr val="EAEFF3"/>
                    </a:solidFill>
                  </a:tcPr>
                </a:tc>
                <a:tc>
                  <a:txBody>
                    <a:bodyPr/>
                    <a:lstStyle/>
                    <a:p>
                      <a:r>
                        <a:rPr sz="1800" b="0">
                          <a:solidFill>
                            <a:srgbClr val="243542"/>
                          </a:solidFill>
                          <a:latin typeface="Arial"/>
                          <a:ea typeface="Arial"/>
                          <a:cs typeface="Arial"/>
                        </a:rPr>
                        <a:t>15 août 2025</a:t>
                      </a:r>
                    </a:p>
                  </a:txBody>
                  <a:tcPr marL="91440" marR="91440" marT="45720" marB="45720">
                    <a:solidFill>
                      <a:srgbClr val="EAEFF3"/>
                    </a:solidFill>
                  </a:tcPr>
                </a:tc>
                <a:tc>
                  <a:txBody>
                    <a:bodyPr/>
                    <a:lstStyle/>
                    <a:p>
                      <a:r>
                        <a:rPr sz="1800" b="0">
                          <a:solidFill>
                            <a:srgbClr val="243542"/>
                          </a:solidFill>
                          <a:latin typeface="Arial"/>
                          <a:ea typeface="Arial"/>
                          <a:cs typeface="Arial"/>
                        </a:rPr>
                        <a:t>4 828,95 $</a:t>
                      </a:r>
                    </a:p>
                  </a:txBody>
                  <a:tcPr marL="91440" marR="91440" marT="45720" marB="45720">
                    <a:solidFill>
                      <a:srgbClr val="EAEFF3"/>
                    </a:solidFill>
                  </a:tcPr>
                </a:tc>
                <a:tc>
                  <a:txBody>
                    <a:bodyPr/>
                    <a:lstStyle/>
                    <a:p>
                      <a:r>
                        <a:rPr sz="1800" b="0">
                          <a:solidFill>
                            <a:srgbClr val="243542"/>
                          </a:solidFill>
                          <a:latin typeface="Arial"/>
                          <a:ea typeface="Arial"/>
                          <a:cs typeface="Arial"/>
                        </a:rPr>
                        <a:t>Ajout de deux mois d’entreposage</a:t>
                      </a:r>
                    </a:p>
                  </a:txBody>
                  <a:tcPr marL="91440" marR="91440" marT="45720" marB="45720">
                    <a:solidFill>
                      <a:srgbClr val="EAEFF3"/>
                    </a:solidFill>
                  </a:tcPr>
                </a:tc>
              </a:tr>
              <a:tr h="619125">
                <a:tc>
                  <a:txBody>
                    <a:bodyPr/>
                    <a:lstStyle/>
                    <a:p>
                      <a:r>
                        <a:rPr sz="1800" b="0">
                          <a:solidFill>
                            <a:srgbClr val="243542"/>
                          </a:solidFill>
                          <a:latin typeface="Arial"/>
                          <a:ea typeface="Arial"/>
                          <a:cs typeface="Arial"/>
                        </a:rPr>
                        <a:t>0005</a:t>
                      </a:r>
                    </a:p>
                  </a:txBody>
                  <a:tcPr marL="91440" marR="91440" marT="45720" marB="45720">
                    <a:solidFill>
                      <a:srgbClr val="FFFFFF"/>
                    </a:solidFill>
                  </a:tcPr>
                </a:tc>
                <a:tc>
                  <a:txBody>
                    <a:bodyPr/>
                    <a:lstStyle/>
                    <a:p>
                      <a:r>
                        <a:rPr sz="1800" b="0">
                          <a:solidFill>
                            <a:srgbClr val="243542"/>
                          </a:solidFill>
                          <a:latin typeface="Arial"/>
                          <a:ea typeface="Arial"/>
                          <a:cs typeface="Arial"/>
                        </a:rPr>
                        <a:t>19 septembre 2025</a:t>
                      </a:r>
                    </a:p>
                  </a:txBody>
                  <a:tcPr marL="91440" marR="91440" marT="45720" marB="45720">
                    <a:solidFill>
                      <a:srgbClr val="FFFFFF"/>
                    </a:solidFill>
                  </a:tcPr>
                </a:tc>
                <a:tc>
                  <a:txBody>
                    <a:bodyPr/>
                    <a:lstStyle/>
                    <a:p>
                      <a:r>
                        <a:rPr sz="1800" b="0">
                          <a:solidFill>
                            <a:srgbClr val="243542"/>
                          </a:solidFill>
                          <a:latin typeface="Arial"/>
                          <a:ea typeface="Arial"/>
                          <a:cs typeface="Arial"/>
                        </a:rPr>
                        <a:t>4 501,27 $</a:t>
                      </a:r>
                    </a:p>
                  </a:txBody>
                  <a:tcPr marL="91440" marR="91440" marT="45720" marB="45720">
                    <a:solidFill>
                      <a:srgbClr val="FFFFFF"/>
                    </a:solidFill>
                  </a:tcPr>
                </a:tc>
                <a:tc>
                  <a:txBody>
                    <a:bodyPr/>
                    <a:lstStyle/>
                    <a:p>
                      <a:r>
                        <a:rPr sz="1800" b="0">
                          <a:solidFill>
                            <a:srgbClr val="243542"/>
                          </a:solidFill>
                          <a:latin typeface="Arial"/>
                          <a:ea typeface="Arial"/>
                          <a:cs typeface="Arial"/>
                        </a:rPr>
                        <a:t>Facture du lot à rapprocher au solde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B907985-B6AD-468B-8A5D-084E71F7137E}"/>
              </a:ext>
            </a:extLst>
          </p:cNvPr>
          <p:cNvSpPr>
            <a:spLocks xmlns:a="http://schemas.openxmlformats.org/drawingml/2006/main" noGrp="1"/>
          </p:cNvSpPr>
          <p:nvPr/>
        </p:nvSpPr>
        <p:spPr>
          <a:xfrm xmlns:a="http://schemas.openxmlformats.org/drawingml/2006/main">
            <a:off x="628650" y="57435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43542"/>
                </a:solidFill>
                <a:latin typeface="Arial"/>
                <a:ea typeface="Arial"/>
                <a:cs typeface="Arial"/>
              </a:defRPr>
            </a:defPPr>
            <a:lvl1pPr>
              <a:defRPr sz="1800" b="0">
                <a:solidFill>
                  <a:srgbClr val="243542"/>
                </a:solidFill>
                <a:latin typeface="Arial"/>
                <a:ea typeface="Arial"/>
                <a:cs typeface="Arial"/>
              </a:defRPr>
            </a:lvl1pPr>
            <a:lvl2pPr>
              <a:defRPr sz="1800" b="0">
                <a:solidFill>
                  <a:srgbClr val="243542"/>
                </a:solidFill>
                <a:latin typeface="Arial"/>
                <a:ea typeface="Arial"/>
                <a:cs typeface="Arial"/>
              </a:defRPr>
            </a:lvl2pPr>
            <a:lvl3pPr>
              <a:defRPr sz="1800" b="0">
                <a:solidFill>
                  <a:srgbClr val="243542"/>
                </a:solidFill>
                <a:latin typeface="Arial"/>
                <a:ea typeface="Arial"/>
                <a:cs typeface="Arial"/>
              </a:defRPr>
            </a:lvl3pPr>
            <a:lvl4pPr>
              <a:defRPr sz="1800" b="0">
                <a:solidFill>
                  <a:srgbClr val="243542"/>
                </a:solidFill>
                <a:latin typeface="Arial"/>
                <a:ea typeface="Arial"/>
                <a:cs typeface="Arial"/>
              </a:defRPr>
            </a:lvl4pPr>
            <a:lvl5pPr>
              <a:defRPr sz="1800" b="0">
                <a:solidFill>
                  <a:srgbClr val="243542"/>
                </a:solidFill>
                <a:latin typeface="Arial"/>
                <a:ea typeface="Arial"/>
                <a:cs typeface="Arial"/>
              </a:defRPr>
            </a:lvl5pPr>
            <a:lvl6pPr>
              <a:defRPr sz="1800" b="0">
                <a:solidFill>
                  <a:srgbClr val="243542"/>
                </a:solidFill>
                <a:latin typeface="Arial"/>
                <a:ea typeface="Arial"/>
                <a:cs typeface="Arial"/>
              </a:defRPr>
            </a:lvl6pPr>
            <a:lvl7pPr>
              <a:defRPr sz="1800" b="0">
                <a:solidFill>
                  <a:srgbClr val="243542"/>
                </a:solidFill>
                <a:latin typeface="Arial"/>
                <a:ea typeface="Arial"/>
                <a:cs typeface="Arial"/>
              </a:defRPr>
            </a:lvl7pPr>
            <a:lvl8pPr>
              <a:defRPr sz="1800" b="0">
                <a:solidFill>
                  <a:srgbClr val="243542"/>
                </a:solidFill>
                <a:latin typeface="Arial"/>
                <a:ea typeface="Arial"/>
                <a:cs typeface="Arial"/>
              </a:defRPr>
            </a:lvl8pPr>
            <a:lvl9pPr>
              <a:defRPr sz="1800" b="0">
                <a:solidFill>
                  <a:srgbClr val="243542"/>
                </a:solidFill>
                <a:latin typeface="Arial"/>
                <a:ea typeface="Arial"/>
                <a:cs typeface="Arial"/>
              </a:defRPr>
            </a:lvl9pPr>
          </a:lstStyle>
          <a:p xmlns:a="http://schemas.openxmlformats.org/drawingml/2006/main">
            <a:pPr>
              <a:defRPr sz="1800" b="0">
                <a:solidFill>
                  <a:srgbClr val="243542"/>
                </a:solidFill>
                <a:latin typeface="Arial"/>
                <a:ea typeface="Arial"/>
                <a:cs typeface="Arial"/>
              </a:defRPr>
            </a:pPr>
            <a:r>
              <a:rPr sz="1800" b="0">
                <a:solidFill>
                  <a:srgbClr val="243542"/>
                </a:solidFill>
                <a:latin typeface="Arial"/>
                <a:ea typeface="Arial"/>
                <a:cs typeface="Arial"/>
              </a:rPr>
              <a:t>Le paiement, les annulations et le solde final doivent être rapprochés avec les pièces bancaires et les échanges.</a:t>
            </a:r>
          </a:p>
        </p:txBody>
      </p:sp>
    </p:spTree>
    <p:extLst>
      <p:ext uri="{BB962C8B-B14F-4D97-AF65-F5344CB8AC3E}">
        <p14:creationId xmlns:p14="http://schemas.microsoft.com/office/powerpoint/2010/main" val="588604430"/>
      </p:ext>
    </p:extLst>
  </p:cSld>
</p:sld>
</file>

<file path=ppt/slides/slide5.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3D4E90-61CB-4426-BAD7-FD5F6D934DB0}"/>
              </a:ext>
            </a:extLst>
          </p:cNvPr>
          <p:cNvSpPr>
            <a:spLocks xmlns:a="http://schemas.openxmlformats.org/drawingml/2006/main" noGrp="1"/>
          </p:cNvSpPr>
          <p:nvPr/>
        </p:nvSpPr>
        <p:spPr>
          <a:xfrm xmlns:a="http://schemas.openxmlformats.org/drawingml/2006/main">
            <a:off x="609600" y="4381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24D"/>
                </a:solidFill>
                <a:latin typeface="Arial"/>
                <a:ea typeface="Arial"/>
                <a:cs typeface="Arial"/>
              </a:defRPr>
            </a:defPPr>
            <a:lvl1pPr>
              <a:defRPr sz="3300" b="1">
                <a:solidFill>
                  <a:srgbClr val="17324D"/>
                </a:solidFill>
                <a:latin typeface="Arial"/>
                <a:ea typeface="Arial"/>
                <a:cs typeface="Arial"/>
              </a:defRPr>
            </a:lvl1pPr>
            <a:lvl2pPr>
              <a:defRPr sz="3300" b="1">
                <a:solidFill>
                  <a:srgbClr val="17324D"/>
                </a:solidFill>
                <a:latin typeface="Arial"/>
                <a:ea typeface="Arial"/>
                <a:cs typeface="Arial"/>
              </a:defRPr>
            </a:lvl2pPr>
            <a:lvl3pPr>
              <a:defRPr sz="3300" b="1">
                <a:solidFill>
                  <a:srgbClr val="17324D"/>
                </a:solidFill>
                <a:latin typeface="Arial"/>
                <a:ea typeface="Arial"/>
                <a:cs typeface="Arial"/>
              </a:defRPr>
            </a:lvl3pPr>
            <a:lvl4pPr>
              <a:defRPr sz="3300" b="1">
                <a:solidFill>
                  <a:srgbClr val="17324D"/>
                </a:solidFill>
                <a:latin typeface="Arial"/>
                <a:ea typeface="Arial"/>
                <a:cs typeface="Arial"/>
              </a:defRPr>
            </a:lvl4pPr>
            <a:lvl5pPr>
              <a:defRPr sz="3300" b="1">
                <a:solidFill>
                  <a:srgbClr val="17324D"/>
                </a:solidFill>
                <a:latin typeface="Arial"/>
                <a:ea typeface="Arial"/>
                <a:cs typeface="Arial"/>
              </a:defRPr>
            </a:lvl5pPr>
            <a:lvl6pPr>
              <a:defRPr sz="3300" b="1">
                <a:solidFill>
                  <a:srgbClr val="17324D"/>
                </a:solidFill>
                <a:latin typeface="Arial"/>
                <a:ea typeface="Arial"/>
                <a:cs typeface="Arial"/>
              </a:defRPr>
            </a:lvl6pPr>
            <a:lvl7pPr>
              <a:defRPr sz="3300" b="1">
                <a:solidFill>
                  <a:srgbClr val="17324D"/>
                </a:solidFill>
                <a:latin typeface="Arial"/>
                <a:ea typeface="Arial"/>
                <a:cs typeface="Arial"/>
              </a:defRPr>
            </a:lvl7pPr>
            <a:lvl8pPr>
              <a:defRPr sz="3300" b="1">
                <a:solidFill>
                  <a:srgbClr val="17324D"/>
                </a:solidFill>
                <a:latin typeface="Arial"/>
                <a:ea typeface="Arial"/>
                <a:cs typeface="Arial"/>
              </a:defRPr>
            </a:lvl8pPr>
            <a:lvl9pPr>
              <a:defRPr sz="3300" b="1">
                <a:solidFill>
                  <a:srgbClr val="17324D"/>
                </a:solidFill>
                <a:latin typeface="Arial"/>
                <a:ea typeface="Arial"/>
                <a:cs typeface="Arial"/>
              </a:defRPr>
            </a:lvl9pPr>
          </a:lstStyle>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Assurance historique : copie Hadmo du 22 avril</a:t>
            </a:r>
          </a:p>
        </p:txBody>
      </p:sp>
      <p:sp>
        <p:nvSpPr>
          <p:cNvPr id="2" name="">
            <a:extLst xmlns:a="http://schemas.openxmlformats.org/drawingml/2006/main">
              <a:ext uri="{FF2B5EF4-FFF2-40B4-BE49-F238E27FC236}">
                <a16:creationId xmlns:a16="http://schemas.microsoft.com/office/drawing/2014/main" id="{E0B5F8C7-1385-4F29-AA57-42D9F2D47550}"/>
              </a:ext>
            </a:extLst>
          </p:cNvPr>
          <p:cNvSpPr>
            <a:spLocks xmlns:a="http://schemas.openxmlformats.org/drawingml/2006/main" noGrp="1"/>
          </p:cNvSpPr>
          <p:nvPr/>
        </p:nvSpPr>
        <p:spPr>
          <a:xfrm xmlns:a="http://schemas.openxmlformats.org/drawingml/2006/main">
            <a:off x="628650" y="116205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16374"/>
                </a:solidFill>
                <a:latin typeface="Arial"/>
                <a:ea typeface="Arial"/>
                <a:cs typeface="Arial"/>
              </a:defRPr>
            </a:defPPr>
            <a:lvl1pPr>
              <a:defRPr sz="1725" b="0">
                <a:solidFill>
                  <a:srgbClr val="516374"/>
                </a:solidFill>
                <a:latin typeface="Arial"/>
                <a:ea typeface="Arial"/>
                <a:cs typeface="Arial"/>
              </a:defRPr>
            </a:lvl1pPr>
            <a:lvl2pPr>
              <a:defRPr sz="1725" b="0">
                <a:solidFill>
                  <a:srgbClr val="516374"/>
                </a:solidFill>
                <a:latin typeface="Arial"/>
                <a:ea typeface="Arial"/>
                <a:cs typeface="Arial"/>
              </a:defRPr>
            </a:lvl2pPr>
            <a:lvl3pPr>
              <a:defRPr sz="1725" b="0">
                <a:solidFill>
                  <a:srgbClr val="516374"/>
                </a:solidFill>
                <a:latin typeface="Arial"/>
                <a:ea typeface="Arial"/>
                <a:cs typeface="Arial"/>
              </a:defRPr>
            </a:lvl3pPr>
            <a:lvl4pPr>
              <a:defRPr sz="1725" b="0">
                <a:solidFill>
                  <a:srgbClr val="516374"/>
                </a:solidFill>
                <a:latin typeface="Arial"/>
                <a:ea typeface="Arial"/>
                <a:cs typeface="Arial"/>
              </a:defRPr>
            </a:lvl4pPr>
            <a:lvl5pPr>
              <a:defRPr sz="1725" b="0">
                <a:solidFill>
                  <a:srgbClr val="516374"/>
                </a:solidFill>
                <a:latin typeface="Arial"/>
                <a:ea typeface="Arial"/>
                <a:cs typeface="Arial"/>
              </a:defRPr>
            </a:lvl5pPr>
            <a:lvl6pPr>
              <a:defRPr sz="1725" b="0">
                <a:solidFill>
                  <a:srgbClr val="516374"/>
                </a:solidFill>
                <a:latin typeface="Arial"/>
                <a:ea typeface="Arial"/>
                <a:cs typeface="Arial"/>
              </a:defRPr>
            </a:lvl6pPr>
            <a:lvl7pPr>
              <a:defRPr sz="1725" b="0">
                <a:solidFill>
                  <a:srgbClr val="516374"/>
                </a:solidFill>
                <a:latin typeface="Arial"/>
                <a:ea typeface="Arial"/>
                <a:cs typeface="Arial"/>
              </a:defRPr>
            </a:lvl7pPr>
            <a:lvl8pPr>
              <a:defRPr sz="1725" b="0">
                <a:solidFill>
                  <a:srgbClr val="516374"/>
                </a:solidFill>
                <a:latin typeface="Arial"/>
                <a:ea typeface="Arial"/>
                <a:cs typeface="Arial"/>
              </a:defRPr>
            </a:lvl8pPr>
            <a:lvl9pPr>
              <a:defRPr sz="1725" b="0">
                <a:solidFill>
                  <a:srgbClr val="516374"/>
                </a:solidFill>
                <a:latin typeface="Arial"/>
                <a:ea typeface="Arial"/>
                <a:cs typeface="Arial"/>
              </a:defRPr>
            </a:lvl9pPr>
          </a:lstStyle>
          <a:p xmlns:a="http://schemas.openxmlformats.org/drawingml/2006/main">
            <a:pPr>
              <a:defRPr sz="1725" b="0">
                <a:solidFill>
                  <a:srgbClr val="516374"/>
                </a:solidFill>
                <a:latin typeface="Arial"/>
                <a:ea typeface="Arial"/>
                <a:cs typeface="Arial"/>
              </a:defRPr>
            </a:pPr>
            <a:r>
              <a:rPr sz="1725" b="0">
                <a:solidFill>
                  <a:srgbClr val="516374"/>
                </a:solidFill>
                <a:latin typeface="Arial"/>
                <a:ea typeface="Arial"/>
                <a:cs typeface="Arial"/>
              </a:rPr>
              <a:t>Calcul du sommaire, sans assimilation à un encaissement bancaire</a:t>
            </a:r>
          </a:p>
        </p:txBody>
      </p:sp>
      <p:sp>
        <p:nvSpPr>
          <p:cNvPr id="3" name="">
            <a:extLst xmlns:a="http://schemas.openxmlformats.org/drawingml/2006/main">
              <a:ext uri="{FF2B5EF4-FFF2-40B4-BE49-F238E27FC236}">
                <a16:creationId xmlns:a16="http://schemas.microsoft.com/office/drawing/2014/main" id="{C45B340F-3042-4B39-9D4E-369D14C10E3F}"/>
              </a:ext>
            </a:extLst>
          </p:cNvPr>
          <p:cNvSpPr>
            <a:spLocks xmlns:a="http://schemas.openxmlformats.org/drawingml/2006/main" noGrp="1"/>
          </p:cNvSpPr>
          <p:nvPr/>
        </p:nvSpPr>
        <p:spPr>
          <a:xfrm xmlns:a="http://schemas.openxmlformats.org/drawingml/2006/main">
            <a:off x="609600" y="643890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16374"/>
                </a:solidFill>
                <a:latin typeface="Arial"/>
                <a:ea typeface="Arial"/>
                <a:cs typeface="Arial"/>
              </a:defRPr>
            </a:defPPr>
            <a:lvl1pPr>
              <a:defRPr sz="1125" b="0">
                <a:solidFill>
                  <a:srgbClr val="516374"/>
                </a:solidFill>
                <a:latin typeface="Arial"/>
                <a:ea typeface="Arial"/>
                <a:cs typeface="Arial"/>
              </a:defRPr>
            </a:lvl1pPr>
            <a:lvl2pPr>
              <a:defRPr sz="1125" b="0">
                <a:solidFill>
                  <a:srgbClr val="516374"/>
                </a:solidFill>
                <a:latin typeface="Arial"/>
                <a:ea typeface="Arial"/>
                <a:cs typeface="Arial"/>
              </a:defRPr>
            </a:lvl2pPr>
            <a:lvl3pPr>
              <a:defRPr sz="1125" b="0">
                <a:solidFill>
                  <a:srgbClr val="516374"/>
                </a:solidFill>
                <a:latin typeface="Arial"/>
                <a:ea typeface="Arial"/>
                <a:cs typeface="Arial"/>
              </a:defRPr>
            </a:lvl3pPr>
            <a:lvl4pPr>
              <a:defRPr sz="1125" b="0">
                <a:solidFill>
                  <a:srgbClr val="516374"/>
                </a:solidFill>
                <a:latin typeface="Arial"/>
                <a:ea typeface="Arial"/>
                <a:cs typeface="Arial"/>
              </a:defRPr>
            </a:lvl4pPr>
            <a:lvl5pPr>
              <a:defRPr sz="1125" b="0">
                <a:solidFill>
                  <a:srgbClr val="516374"/>
                </a:solidFill>
                <a:latin typeface="Arial"/>
                <a:ea typeface="Arial"/>
                <a:cs typeface="Arial"/>
              </a:defRPr>
            </a:lvl5pPr>
            <a:lvl6pPr>
              <a:defRPr sz="1125" b="0">
                <a:solidFill>
                  <a:srgbClr val="516374"/>
                </a:solidFill>
                <a:latin typeface="Arial"/>
                <a:ea typeface="Arial"/>
                <a:cs typeface="Arial"/>
              </a:defRPr>
            </a:lvl6pPr>
            <a:lvl7pPr>
              <a:defRPr sz="1125" b="0">
                <a:solidFill>
                  <a:srgbClr val="516374"/>
                </a:solidFill>
                <a:latin typeface="Arial"/>
                <a:ea typeface="Arial"/>
                <a:cs typeface="Arial"/>
              </a:defRPr>
            </a:lvl7pPr>
            <a:lvl8pPr>
              <a:defRPr sz="1125" b="0">
                <a:solidFill>
                  <a:srgbClr val="516374"/>
                </a:solidFill>
                <a:latin typeface="Arial"/>
                <a:ea typeface="Arial"/>
                <a:cs typeface="Arial"/>
              </a:defRPr>
            </a:lvl8pPr>
            <a:lvl9pPr>
              <a:defRPr sz="1125" b="0">
                <a:solidFill>
                  <a:srgbClr val="516374"/>
                </a:solidFill>
                <a:latin typeface="Arial"/>
                <a:ea typeface="Arial"/>
                <a:cs typeface="Arial"/>
              </a:defRPr>
            </a:lvl9pPr>
          </a:lstStyle>
          <a:p xmlns:a="http://schemas.openxmlformats.org/drawingml/2006/main">
            <a:pPr>
              <a:defRPr sz="1125" b="0">
                <a:solidFill>
                  <a:srgbClr val="516374"/>
                </a:solidFill>
                <a:latin typeface="Arial"/>
                <a:ea typeface="Arial"/>
                <a:cs typeface="Arial"/>
              </a:defRPr>
            </a:pPr>
            <a:r>
              <a:rPr sz="1125" b="0">
                <a:solidFill>
                  <a:srgbClr val="516374"/>
                </a:solidFill>
                <a:latin typeface="Arial"/>
                <a:ea typeface="Arial"/>
                <a:cs typeface="Arial"/>
              </a:rPr>
              <a:t>6241 boulevard Léger  |  21 octobre 2026</a:t>
            </a:r>
          </a:p>
        </p:txBody>
      </p:sp>
      <p:sp>
        <p:nvSpPr>
          <p:cNvPr id="4" name="">
            <a:extLst xmlns:a="http://schemas.openxmlformats.org/drawingml/2006/main">
              <a:ext uri="{FF2B5EF4-FFF2-40B4-BE49-F238E27FC236}">
                <a16:creationId xmlns:a16="http://schemas.microsoft.com/office/drawing/2014/main" id="{73784789-A6AD-4B6E-B310-6AF365FDAD57}"/>
              </a:ext>
            </a:extLst>
          </p:cNvPr>
          <p:cNvSpPr>
            <a:spLocks xmlns:a="http://schemas.openxmlformats.org/drawingml/2006/main" noGrp="1"/>
          </p:cNvSpPr>
          <p:nvPr/>
        </p:nvSpPr>
        <p:spPr>
          <a:xfrm xmlns:a="http://schemas.openxmlformats.org/drawingml/2006/main">
            <a:off x="11096625" y="64008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16374"/>
                </a:solidFill>
                <a:latin typeface="Arial"/>
                <a:ea typeface="Arial"/>
                <a:cs typeface="Arial"/>
              </a:defRPr>
            </a:defPPr>
            <a:lvl1pPr>
              <a:defRPr sz="1350" b="0">
                <a:solidFill>
                  <a:srgbClr val="516374"/>
                </a:solidFill>
                <a:latin typeface="Arial"/>
                <a:ea typeface="Arial"/>
                <a:cs typeface="Arial"/>
              </a:defRPr>
            </a:lvl1pPr>
            <a:lvl2pPr>
              <a:defRPr sz="1350" b="0">
                <a:solidFill>
                  <a:srgbClr val="516374"/>
                </a:solidFill>
                <a:latin typeface="Arial"/>
                <a:ea typeface="Arial"/>
                <a:cs typeface="Arial"/>
              </a:defRPr>
            </a:lvl2pPr>
            <a:lvl3pPr>
              <a:defRPr sz="1350" b="0">
                <a:solidFill>
                  <a:srgbClr val="516374"/>
                </a:solidFill>
                <a:latin typeface="Arial"/>
                <a:ea typeface="Arial"/>
                <a:cs typeface="Arial"/>
              </a:defRPr>
            </a:lvl3pPr>
            <a:lvl4pPr>
              <a:defRPr sz="1350" b="0">
                <a:solidFill>
                  <a:srgbClr val="516374"/>
                </a:solidFill>
                <a:latin typeface="Arial"/>
                <a:ea typeface="Arial"/>
                <a:cs typeface="Arial"/>
              </a:defRPr>
            </a:lvl4pPr>
            <a:lvl5pPr>
              <a:defRPr sz="1350" b="0">
                <a:solidFill>
                  <a:srgbClr val="516374"/>
                </a:solidFill>
                <a:latin typeface="Arial"/>
                <a:ea typeface="Arial"/>
                <a:cs typeface="Arial"/>
              </a:defRPr>
            </a:lvl5pPr>
            <a:lvl6pPr>
              <a:defRPr sz="1350" b="0">
                <a:solidFill>
                  <a:srgbClr val="516374"/>
                </a:solidFill>
                <a:latin typeface="Arial"/>
                <a:ea typeface="Arial"/>
                <a:cs typeface="Arial"/>
              </a:defRPr>
            </a:lvl6pPr>
            <a:lvl7pPr>
              <a:defRPr sz="1350" b="0">
                <a:solidFill>
                  <a:srgbClr val="516374"/>
                </a:solidFill>
                <a:latin typeface="Arial"/>
                <a:ea typeface="Arial"/>
                <a:cs typeface="Arial"/>
              </a:defRPr>
            </a:lvl7pPr>
            <a:lvl8pPr>
              <a:defRPr sz="1350" b="0">
                <a:solidFill>
                  <a:srgbClr val="516374"/>
                </a:solidFill>
                <a:latin typeface="Arial"/>
                <a:ea typeface="Arial"/>
                <a:cs typeface="Arial"/>
              </a:defRPr>
            </a:lvl8pPr>
            <a:lvl9pPr>
              <a:defRPr sz="1350" b="0">
                <a:solidFill>
                  <a:srgbClr val="516374"/>
                </a:solidFill>
                <a:latin typeface="Arial"/>
                <a:ea typeface="Arial"/>
                <a:cs typeface="Arial"/>
              </a:defRPr>
            </a:lvl9pPr>
          </a:lstStyle>
          <a:p xmlns:a="http://schemas.openxmlformats.org/drawingml/2006/main">
            <a:pPr>
              <a:defRPr sz="1350" b="0">
                <a:solidFill>
                  <a:srgbClr val="516374"/>
                </a:solidFill>
                <a:latin typeface="Arial"/>
                <a:ea typeface="Arial"/>
                <a:cs typeface="Arial"/>
              </a:defRPr>
            </a:pPr>
            <a:r>
              <a:rPr sz="1350" b="0">
                <a:solidFill>
                  <a:srgbClr val="516374"/>
                </a:solidFill>
                <a:latin typeface="Arial"/>
                <a:ea typeface="Arial"/>
                <a:cs typeface="Arial"/>
              </a:rPr>
              <a:t>05</a:t>
            </a:r>
          </a:p>
        </p:txBody>
      </p:sp>
      <p:graphicFrame>
        <p:nvGraphicFramePr>
          <p:cNvPr id="5" name="">
            <a:extLst xmlns:a="http://schemas.openxmlformats.org/drawingml/2006/main">
              <a:ext uri="{FF2B5EF4-FFF2-40B4-BE49-F238E27FC236}">
                <a16:creationId xmlns:a16="http://schemas.microsoft.com/office/drawing/2014/main" id="{1A2A4C19-D55C-4013-ABBE-217101163ACB}"/>
              </a:ext>
            </a:extLst>
          </p:cNvPr>
          <p:cNvGraphicFramePr/>
          <p:nvPr/>
        </p:nvGraphicFramePr>
        <p:xfrm>
          <a:off xmlns:a="http://schemas.openxmlformats.org/drawingml/2006/main" x="609600" y="1809750"/>
          <a:ext xmlns:a="http://schemas.openxmlformats.org/drawingml/2006/main" cx="10972800" cy="3524250"/>
        </p:xfrm>
        <a:graphic xmlns:a="http://schemas.openxmlformats.org/drawingml/2006/main">
          <a:graphicData uri="http://schemas.openxmlformats.org/drawingml/2006/table">
            <a:tbl>
              <a:tblPr/>
              <a:tblGrid>
                <a:gridCol w="7905750"/>
                <a:gridCol w="3067050"/>
              </a:tblGrid>
              <a:tr h="587375">
                <a:tc>
                  <a:txBody>
                    <a:bodyPr/>
                    <a:lstStyle/>
                    <a:p>
                      <a:r>
                        <a:rPr sz="1875" b="1">
                          <a:solidFill>
                            <a:srgbClr val="FFFFFF"/>
                          </a:solidFill>
                          <a:latin typeface="Arial"/>
                          <a:ea typeface="Arial"/>
                          <a:cs typeface="Arial"/>
                        </a:rPr>
                        <a:t>Inscription dans le chiffrier</a:t>
                      </a:r>
                    </a:p>
                  </a:txBody>
                  <a:tcPr marL="91440" marR="91440" marT="45720" marB="45720">
                    <a:solidFill>
                      <a:srgbClr val="17324D"/>
                    </a:solidFill>
                  </a:tcPr>
                </a:tc>
                <a:tc>
                  <a:txBody>
                    <a:bodyPr/>
                    <a:lstStyle/>
                    <a:p>
                      <a:r>
                        <a:rPr sz="1875" b="1">
                          <a:solidFill>
                            <a:srgbClr val="FFFFFF"/>
                          </a:solidFill>
                          <a:latin typeface="Arial"/>
                          <a:ea typeface="Arial"/>
                          <a:cs typeface="Arial"/>
                        </a:rPr>
                        <a:t>Montant ($)</a:t>
                      </a:r>
                    </a:p>
                  </a:txBody>
                  <a:tcPr marL="91440" marR="91440" marT="45720" marB="45720">
                    <a:solidFill>
                      <a:srgbClr val="17324D"/>
                    </a:solidFill>
                  </a:tcPr>
                </a:tc>
              </a:tr>
              <a:tr h="587375">
                <a:tc>
                  <a:txBody>
                    <a:bodyPr/>
                    <a:lstStyle/>
                    <a:p>
                      <a:r>
                        <a:rPr sz="1875" b="0">
                          <a:solidFill>
                            <a:srgbClr val="243542"/>
                          </a:solidFill>
                          <a:latin typeface="Arial"/>
                          <a:ea typeface="Arial"/>
                          <a:cs typeface="Arial"/>
                        </a:rPr>
                        <a:t>Alloué au sommaire H63</a:t>
                      </a:r>
                    </a:p>
                  </a:txBody>
                  <a:tcPr marL="91440" marR="91440" marT="45720" marB="45720">
                    <a:solidFill>
                      <a:srgbClr val="FFFFFF"/>
                    </a:solidFill>
                  </a:tcPr>
                </a:tc>
                <a:tc>
                  <a:txBody>
                    <a:bodyPr/>
                    <a:lstStyle/>
                    <a:p>
                      <a:r>
                        <a:rPr sz="1875" b="0">
                          <a:solidFill>
                            <a:srgbClr val="243542"/>
                          </a:solidFill>
                          <a:latin typeface="Arial"/>
                          <a:ea typeface="Arial"/>
                          <a:cs typeface="Arial"/>
                        </a:rPr>
                        <a:t>80 918,31</a:t>
                      </a:r>
                    </a:p>
                  </a:txBody>
                  <a:tcPr marL="91440" marR="91440" marT="45720" marB="45720">
                    <a:solidFill>
                      <a:srgbClr val="FFFFFF"/>
                    </a:solidFill>
                  </a:tcPr>
                </a:tc>
              </a:tr>
              <a:tr h="587375">
                <a:tc>
                  <a:txBody>
                    <a:bodyPr/>
                    <a:lstStyle/>
                    <a:p>
                      <a:r>
                        <a:rPr sz="1875" b="0">
                          <a:solidFill>
                            <a:srgbClr val="243542"/>
                          </a:solidFill>
                          <a:latin typeface="Arial"/>
                          <a:ea typeface="Arial"/>
                          <a:cs typeface="Arial"/>
                        </a:rPr>
                        <a:t>Moins franchise H65</a:t>
                      </a:r>
                    </a:p>
                  </a:txBody>
                  <a:tcPr marL="91440" marR="91440" marT="45720" marB="45720">
                    <a:solidFill>
                      <a:srgbClr val="EAEFF3"/>
                    </a:solidFill>
                  </a:tcPr>
                </a:tc>
                <a:tc>
                  <a:txBody>
                    <a:bodyPr/>
                    <a:lstStyle/>
                    <a:p>
                      <a:r>
                        <a:rPr sz="1875" b="0">
                          <a:solidFill>
                            <a:srgbClr val="243542"/>
                          </a:solidFill>
                          <a:latin typeface="Arial"/>
                          <a:ea typeface="Arial"/>
                          <a:cs typeface="Arial"/>
                        </a:rPr>
                        <a:t>(1 000,00)</a:t>
                      </a:r>
                    </a:p>
                  </a:txBody>
                  <a:tcPr marL="91440" marR="91440" marT="45720" marB="45720">
                    <a:solidFill>
                      <a:srgbClr val="EAEFF3"/>
                    </a:solidFill>
                  </a:tcPr>
                </a:tc>
              </a:tr>
              <a:tr h="587375">
                <a:tc>
                  <a:txBody>
                    <a:bodyPr/>
                    <a:lstStyle/>
                    <a:p>
                      <a:r>
                        <a:rPr sz="1875" b="0">
                          <a:solidFill>
                            <a:srgbClr val="243542"/>
                          </a:solidFill>
                          <a:latin typeface="Arial"/>
                          <a:ea typeface="Arial"/>
                          <a:cs typeface="Arial"/>
                        </a:rPr>
                        <a:t>Moins provisoire no 1 inscrit H69</a:t>
                      </a:r>
                    </a:p>
                  </a:txBody>
                  <a:tcPr marL="91440" marR="91440" marT="45720" marB="45720">
                    <a:solidFill>
                      <a:srgbClr val="FFFFFF"/>
                    </a:solidFill>
                  </a:tcPr>
                </a:tc>
                <a:tc>
                  <a:txBody>
                    <a:bodyPr/>
                    <a:lstStyle/>
                    <a:p>
                      <a:r>
                        <a:rPr sz="1875" b="0">
                          <a:solidFill>
                            <a:srgbClr val="243542"/>
                          </a:solidFill>
                          <a:latin typeface="Arial"/>
                          <a:ea typeface="Arial"/>
                          <a:cs typeface="Arial"/>
                        </a:rPr>
                        <a:t>(24 136,06)</a:t>
                      </a:r>
                    </a:p>
                  </a:txBody>
                  <a:tcPr marL="91440" marR="91440" marT="45720" marB="45720">
                    <a:solidFill>
                      <a:srgbClr val="FFFFFF"/>
                    </a:solidFill>
                  </a:tcPr>
                </a:tc>
              </a:tr>
              <a:tr h="587375">
                <a:tc>
                  <a:txBody>
                    <a:bodyPr/>
                    <a:lstStyle/>
                    <a:p>
                      <a:r>
                        <a:rPr sz="1875" b="0">
                          <a:solidFill>
                            <a:srgbClr val="243542"/>
                          </a:solidFill>
                          <a:latin typeface="Arial"/>
                          <a:ea typeface="Arial"/>
                          <a:cs typeface="Arial"/>
                        </a:rPr>
                        <a:t>Moins provisoire no 2 inscrit H71</a:t>
                      </a:r>
                    </a:p>
                  </a:txBody>
                  <a:tcPr marL="91440" marR="91440" marT="45720" marB="45720">
                    <a:solidFill>
                      <a:srgbClr val="EAEFF3"/>
                    </a:solidFill>
                  </a:tcPr>
                </a:tc>
                <a:tc>
                  <a:txBody>
                    <a:bodyPr/>
                    <a:lstStyle/>
                    <a:p>
                      <a:r>
                        <a:rPr sz="1875" b="0">
                          <a:solidFill>
                            <a:srgbClr val="243542"/>
                          </a:solidFill>
                          <a:latin typeface="Arial"/>
                          <a:ea typeface="Arial"/>
                          <a:cs typeface="Arial"/>
                        </a:rPr>
                        <a:t>(37 288,16)</a:t>
                      </a:r>
                    </a:p>
                  </a:txBody>
                  <a:tcPr marL="91440" marR="91440" marT="45720" marB="45720">
                    <a:solidFill>
                      <a:srgbClr val="EAEFF3"/>
                    </a:solidFill>
                  </a:tcPr>
                </a:tc>
              </a:tr>
              <a:tr h="587375">
                <a:tc>
                  <a:txBody>
                    <a:bodyPr/>
                    <a:lstStyle/>
                    <a:p>
                      <a:r>
                        <a:rPr sz="1875" b="0">
                          <a:solidFill>
                            <a:srgbClr val="243542"/>
                          </a:solidFill>
                          <a:latin typeface="Arial"/>
                          <a:ea typeface="Arial"/>
                          <a:cs typeface="Arial"/>
                        </a:rPr>
                        <a:t>« Indemnité no 3 » calculée H73</a:t>
                      </a:r>
                    </a:p>
                  </a:txBody>
                  <a:tcPr marL="91440" marR="91440" marT="45720" marB="45720">
                    <a:solidFill>
                      <a:srgbClr val="FFFFFF"/>
                    </a:solidFill>
                  </a:tcPr>
                </a:tc>
                <a:tc>
                  <a:txBody>
                    <a:bodyPr/>
                    <a:lstStyle/>
                    <a:p>
                      <a:r>
                        <a:rPr sz="1875" b="0">
                          <a:solidFill>
                            <a:srgbClr val="243542"/>
                          </a:solidFill>
                          <a:latin typeface="Arial"/>
                          <a:ea typeface="Arial"/>
                          <a:cs typeface="Arial"/>
                        </a:rPr>
                        <a:t>18 494,09</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97BE9C9-D4F4-490C-BA7E-0D09E0A144D6}"/>
              </a:ext>
            </a:extLst>
          </p:cNvPr>
          <p:cNvSpPr>
            <a:spLocks xmlns:a="http://schemas.openxmlformats.org/drawingml/2006/main" noGrp="1"/>
          </p:cNvSpPr>
          <p:nvPr/>
        </p:nvSpPr>
        <p:spPr>
          <a:xfrm xmlns:a="http://schemas.openxmlformats.org/drawingml/2006/main">
            <a:off x="628650" y="5581650"/>
            <a:ext cx="10620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43542"/>
                </a:solidFill>
                <a:latin typeface="Arial"/>
                <a:ea typeface="Arial"/>
                <a:cs typeface="Arial"/>
              </a:defRPr>
            </a:defPPr>
            <a:lvl1pPr>
              <a:defRPr sz="1875" b="0">
                <a:solidFill>
                  <a:srgbClr val="243542"/>
                </a:solidFill>
                <a:latin typeface="Arial"/>
                <a:ea typeface="Arial"/>
                <a:cs typeface="Arial"/>
              </a:defRPr>
            </a:lvl1pPr>
            <a:lvl2pPr>
              <a:defRPr sz="1875" b="0">
                <a:solidFill>
                  <a:srgbClr val="243542"/>
                </a:solidFill>
                <a:latin typeface="Arial"/>
                <a:ea typeface="Arial"/>
                <a:cs typeface="Arial"/>
              </a:defRPr>
            </a:lvl2pPr>
            <a:lvl3pPr>
              <a:defRPr sz="1875" b="0">
                <a:solidFill>
                  <a:srgbClr val="243542"/>
                </a:solidFill>
                <a:latin typeface="Arial"/>
                <a:ea typeface="Arial"/>
                <a:cs typeface="Arial"/>
              </a:defRPr>
            </a:lvl3pPr>
            <a:lvl4pPr>
              <a:defRPr sz="1875" b="0">
                <a:solidFill>
                  <a:srgbClr val="243542"/>
                </a:solidFill>
                <a:latin typeface="Arial"/>
                <a:ea typeface="Arial"/>
                <a:cs typeface="Arial"/>
              </a:defRPr>
            </a:lvl4pPr>
            <a:lvl5pPr>
              <a:defRPr sz="1875" b="0">
                <a:solidFill>
                  <a:srgbClr val="243542"/>
                </a:solidFill>
                <a:latin typeface="Arial"/>
                <a:ea typeface="Arial"/>
                <a:cs typeface="Arial"/>
              </a:defRPr>
            </a:lvl5pPr>
            <a:lvl6pPr>
              <a:defRPr sz="1875" b="0">
                <a:solidFill>
                  <a:srgbClr val="243542"/>
                </a:solidFill>
                <a:latin typeface="Arial"/>
                <a:ea typeface="Arial"/>
                <a:cs typeface="Arial"/>
              </a:defRPr>
            </a:lvl6pPr>
            <a:lvl7pPr>
              <a:defRPr sz="1875" b="0">
                <a:solidFill>
                  <a:srgbClr val="243542"/>
                </a:solidFill>
                <a:latin typeface="Arial"/>
                <a:ea typeface="Arial"/>
                <a:cs typeface="Arial"/>
              </a:defRPr>
            </a:lvl7pPr>
            <a:lvl8pPr>
              <a:defRPr sz="1875" b="0">
                <a:solidFill>
                  <a:srgbClr val="243542"/>
                </a:solidFill>
                <a:latin typeface="Arial"/>
                <a:ea typeface="Arial"/>
                <a:cs typeface="Arial"/>
              </a:defRPr>
            </a:lvl8pPr>
            <a:lvl9pPr>
              <a:defRPr sz="1875" b="0">
                <a:solidFill>
                  <a:srgbClr val="243542"/>
                </a:solidFill>
                <a:latin typeface="Arial"/>
                <a:ea typeface="Arial"/>
                <a:cs typeface="Arial"/>
              </a:defRPr>
            </a:lvl9pPr>
          </a:lstStyle>
          <a:p xmlns:a="http://schemas.openxmlformats.org/drawingml/2006/main">
            <a:pPr>
              <a:defRPr sz="1875" b="0">
                <a:solidFill>
                  <a:srgbClr val="243542"/>
                </a:solidFill>
                <a:latin typeface="Arial"/>
                <a:ea typeface="Arial"/>
                <a:cs typeface="Arial"/>
              </a:defRPr>
            </a:pPr>
            <a:r>
              <a:rPr sz="1875" b="0">
                <a:solidFill>
                  <a:srgbClr val="243542"/>
                </a:solidFill>
                <a:latin typeface="Arial"/>
                <a:ea typeface="Arial"/>
                <a:cs typeface="Arial"/>
              </a:rPr>
              <a:t>Réclamé dans la même copie : 191 615,88 $. Les réparations et remplacements peuvent viser les mêmes biens.</a:t>
            </a:r>
          </a:p>
        </p:txBody>
      </p:sp>
    </p:spTree>
    <p:extLst>
      <p:ext uri="{BB962C8B-B14F-4D97-AF65-F5344CB8AC3E}">
        <p14:creationId xmlns:p14="http://schemas.microsoft.com/office/powerpoint/2010/main" val="165588358"/>
      </p:ext>
    </p:extLst>
  </p:cSld>
</p:sld>
</file>

<file path=ppt/slides/slide6.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679D89-76B4-4E65-8421-C16D7AEB0314}"/>
              </a:ext>
            </a:extLst>
          </p:cNvPr>
          <p:cNvSpPr>
            <a:spLocks xmlns:a="http://schemas.openxmlformats.org/drawingml/2006/main" noGrp="1"/>
          </p:cNvSpPr>
          <p:nvPr/>
        </p:nvSpPr>
        <p:spPr>
          <a:xfrm xmlns:a="http://schemas.openxmlformats.org/drawingml/2006/main">
            <a:off x="609600" y="4381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24D"/>
                </a:solidFill>
                <a:latin typeface="Arial"/>
                <a:ea typeface="Arial"/>
                <a:cs typeface="Arial"/>
              </a:defRPr>
            </a:defPPr>
            <a:lvl1pPr>
              <a:defRPr sz="3300" b="1">
                <a:solidFill>
                  <a:srgbClr val="17324D"/>
                </a:solidFill>
                <a:latin typeface="Arial"/>
                <a:ea typeface="Arial"/>
                <a:cs typeface="Arial"/>
              </a:defRPr>
            </a:lvl1pPr>
            <a:lvl2pPr>
              <a:defRPr sz="3300" b="1">
                <a:solidFill>
                  <a:srgbClr val="17324D"/>
                </a:solidFill>
                <a:latin typeface="Arial"/>
                <a:ea typeface="Arial"/>
                <a:cs typeface="Arial"/>
              </a:defRPr>
            </a:lvl2pPr>
            <a:lvl3pPr>
              <a:defRPr sz="3300" b="1">
                <a:solidFill>
                  <a:srgbClr val="17324D"/>
                </a:solidFill>
                <a:latin typeface="Arial"/>
                <a:ea typeface="Arial"/>
                <a:cs typeface="Arial"/>
              </a:defRPr>
            </a:lvl3pPr>
            <a:lvl4pPr>
              <a:defRPr sz="3300" b="1">
                <a:solidFill>
                  <a:srgbClr val="17324D"/>
                </a:solidFill>
                <a:latin typeface="Arial"/>
                <a:ea typeface="Arial"/>
                <a:cs typeface="Arial"/>
              </a:defRPr>
            </a:lvl4pPr>
            <a:lvl5pPr>
              <a:defRPr sz="3300" b="1">
                <a:solidFill>
                  <a:srgbClr val="17324D"/>
                </a:solidFill>
                <a:latin typeface="Arial"/>
                <a:ea typeface="Arial"/>
                <a:cs typeface="Arial"/>
              </a:defRPr>
            </a:lvl5pPr>
            <a:lvl6pPr>
              <a:defRPr sz="3300" b="1">
                <a:solidFill>
                  <a:srgbClr val="17324D"/>
                </a:solidFill>
                <a:latin typeface="Arial"/>
                <a:ea typeface="Arial"/>
                <a:cs typeface="Arial"/>
              </a:defRPr>
            </a:lvl6pPr>
            <a:lvl7pPr>
              <a:defRPr sz="3300" b="1">
                <a:solidFill>
                  <a:srgbClr val="17324D"/>
                </a:solidFill>
                <a:latin typeface="Arial"/>
                <a:ea typeface="Arial"/>
                <a:cs typeface="Arial"/>
              </a:defRPr>
            </a:lvl7pPr>
            <a:lvl8pPr>
              <a:defRPr sz="3300" b="1">
                <a:solidFill>
                  <a:srgbClr val="17324D"/>
                </a:solidFill>
                <a:latin typeface="Arial"/>
                <a:ea typeface="Arial"/>
                <a:cs typeface="Arial"/>
              </a:defRPr>
            </a:lvl8pPr>
            <a:lvl9pPr>
              <a:defRPr sz="3300" b="1">
                <a:solidFill>
                  <a:srgbClr val="17324D"/>
                </a:solidFill>
                <a:latin typeface="Arial"/>
                <a:ea typeface="Arial"/>
                <a:cs typeface="Arial"/>
              </a:defRPr>
            </a:lvl9pPr>
          </a:lstStyle>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Indemnités : annonces et preuves disponibles</a:t>
            </a:r>
          </a:p>
        </p:txBody>
      </p:sp>
      <p:sp>
        <p:nvSpPr>
          <p:cNvPr id="2" name="">
            <a:extLst xmlns:a="http://schemas.openxmlformats.org/drawingml/2006/main">
              <a:ext uri="{FF2B5EF4-FFF2-40B4-BE49-F238E27FC236}">
                <a16:creationId xmlns:a16="http://schemas.microsoft.com/office/drawing/2014/main" id="{36D60C3F-BC3A-4D9A-A01A-7FD89108F061}"/>
              </a:ext>
            </a:extLst>
          </p:cNvPr>
          <p:cNvSpPr>
            <a:spLocks xmlns:a="http://schemas.openxmlformats.org/drawingml/2006/main" noGrp="1"/>
          </p:cNvSpPr>
          <p:nvPr/>
        </p:nvSpPr>
        <p:spPr>
          <a:xfrm xmlns:a="http://schemas.openxmlformats.org/drawingml/2006/main">
            <a:off x="628650" y="116205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16374"/>
                </a:solidFill>
                <a:latin typeface="Arial"/>
                <a:ea typeface="Arial"/>
                <a:cs typeface="Arial"/>
              </a:defRPr>
            </a:defPPr>
            <a:lvl1pPr>
              <a:defRPr sz="1725" b="0">
                <a:solidFill>
                  <a:srgbClr val="516374"/>
                </a:solidFill>
                <a:latin typeface="Arial"/>
                <a:ea typeface="Arial"/>
                <a:cs typeface="Arial"/>
              </a:defRPr>
            </a:lvl1pPr>
            <a:lvl2pPr>
              <a:defRPr sz="1725" b="0">
                <a:solidFill>
                  <a:srgbClr val="516374"/>
                </a:solidFill>
                <a:latin typeface="Arial"/>
                <a:ea typeface="Arial"/>
                <a:cs typeface="Arial"/>
              </a:defRPr>
            </a:lvl2pPr>
            <a:lvl3pPr>
              <a:defRPr sz="1725" b="0">
                <a:solidFill>
                  <a:srgbClr val="516374"/>
                </a:solidFill>
                <a:latin typeface="Arial"/>
                <a:ea typeface="Arial"/>
                <a:cs typeface="Arial"/>
              </a:defRPr>
            </a:lvl3pPr>
            <a:lvl4pPr>
              <a:defRPr sz="1725" b="0">
                <a:solidFill>
                  <a:srgbClr val="516374"/>
                </a:solidFill>
                <a:latin typeface="Arial"/>
                <a:ea typeface="Arial"/>
                <a:cs typeface="Arial"/>
              </a:defRPr>
            </a:lvl4pPr>
            <a:lvl5pPr>
              <a:defRPr sz="1725" b="0">
                <a:solidFill>
                  <a:srgbClr val="516374"/>
                </a:solidFill>
                <a:latin typeface="Arial"/>
                <a:ea typeface="Arial"/>
                <a:cs typeface="Arial"/>
              </a:defRPr>
            </a:lvl5pPr>
            <a:lvl6pPr>
              <a:defRPr sz="1725" b="0">
                <a:solidFill>
                  <a:srgbClr val="516374"/>
                </a:solidFill>
                <a:latin typeface="Arial"/>
                <a:ea typeface="Arial"/>
                <a:cs typeface="Arial"/>
              </a:defRPr>
            </a:lvl6pPr>
            <a:lvl7pPr>
              <a:defRPr sz="1725" b="0">
                <a:solidFill>
                  <a:srgbClr val="516374"/>
                </a:solidFill>
                <a:latin typeface="Arial"/>
                <a:ea typeface="Arial"/>
                <a:cs typeface="Arial"/>
              </a:defRPr>
            </a:lvl7pPr>
            <a:lvl8pPr>
              <a:defRPr sz="1725" b="0">
                <a:solidFill>
                  <a:srgbClr val="516374"/>
                </a:solidFill>
                <a:latin typeface="Arial"/>
                <a:ea typeface="Arial"/>
                <a:cs typeface="Arial"/>
              </a:defRPr>
            </a:lvl8pPr>
            <a:lvl9pPr>
              <a:defRPr sz="1725" b="0">
                <a:solidFill>
                  <a:srgbClr val="516374"/>
                </a:solidFill>
                <a:latin typeface="Arial"/>
                <a:ea typeface="Arial"/>
                <a:cs typeface="Arial"/>
              </a:defRPr>
            </a:lvl9pPr>
          </a:lstStyle>
          <a:p xmlns:a="http://schemas.openxmlformats.org/drawingml/2006/main">
            <a:pPr>
              <a:defRPr sz="1725" b="0">
                <a:solidFill>
                  <a:srgbClr val="516374"/>
                </a:solidFill>
                <a:latin typeface="Arial"/>
                <a:ea typeface="Arial"/>
                <a:cs typeface="Arial"/>
              </a:defRPr>
            </a:pPr>
            <a:r>
              <a:rPr sz="1725" b="0">
                <a:solidFill>
                  <a:srgbClr val="516374"/>
                </a:solidFill>
                <a:latin typeface="Arial"/>
                <a:ea typeface="Arial"/>
                <a:cs typeface="Arial"/>
              </a:rPr>
              <a:t>Le rapprochement bancaire reste à compléter</a:t>
            </a:r>
          </a:p>
        </p:txBody>
      </p:sp>
      <p:sp>
        <p:nvSpPr>
          <p:cNvPr id="3" name="">
            <a:extLst xmlns:a="http://schemas.openxmlformats.org/drawingml/2006/main">
              <a:ext uri="{FF2B5EF4-FFF2-40B4-BE49-F238E27FC236}">
                <a16:creationId xmlns:a16="http://schemas.microsoft.com/office/drawing/2014/main" id="{6A4335E6-E4D0-4788-91A8-916CED1B95CB}"/>
              </a:ext>
            </a:extLst>
          </p:cNvPr>
          <p:cNvSpPr>
            <a:spLocks xmlns:a="http://schemas.openxmlformats.org/drawingml/2006/main" noGrp="1"/>
          </p:cNvSpPr>
          <p:nvPr/>
        </p:nvSpPr>
        <p:spPr>
          <a:xfrm xmlns:a="http://schemas.openxmlformats.org/drawingml/2006/main">
            <a:off x="609600" y="643890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16374"/>
                </a:solidFill>
                <a:latin typeface="Arial"/>
                <a:ea typeface="Arial"/>
                <a:cs typeface="Arial"/>
              </a:defRPr>
            </a:defPPr>
            <a:lvl1pPr>
              <a:defRPr sz="1125" b="0">
                <a:solidFill>
                  <a:srgbClr val="516374"/>
                </a:solidFill>
                <a:latin typeface="Arial"/>
                <a:ea typeface="Arial"/>
                <a:cs typeface="Arial"/>
              </a:defRPr>
            </a:lvl1pPr>
            <a:lvl2pPr>
              <a:defRPr sz="1125" b="0">
                <a:solidFill>
                  <a:srgbClr val="516374"/>
                </a:solidFill>
                <a:latin typeface="Arial"/>
                <a:ea typeface="Arial"/>
                <a:cs typeface="Arial"/>
              </a:defRPr>
            </a:lvl2pPr>
            <a:lvl3pPr>
              <a:defRPr sz="1125" b="0">
                <a:solidFill>
                  <a:srgbClr val="516374"/>
                </a:solidFill>
                <a:latin typeface="Arial"/>
                <a:ea typeface="Arial"/>
                <a:cs typeface="Arial"/>
              </a:defRPr>
            </a:lvl3pPr>
            <a:lvl4pPr>
              <a:defRPr sz="1125" b="0">
                <a:solidFill>
                  <a:srgbClr val="516374"/>
                </a:solidFill>
                <a:latin typeface="Arial"/>
                <a:ea typeface="Arial"/>
                <a:cs typeface="Arial"/>
              </a:defRPr>
            </a:lvl4pPr>
            <a:lvl5pPr>
              <a:defRPr sz="1125" b="0">
                <a:solidFill>
                  <a:srgbClr val="516374"/>
                </a:solidFill>
                <a:latin typeface="Arial"/>
                <a:ea typeface="Arial"/>
                <a:cs typeface="Arial"/>
              </a:defRPr>
            </a:lvl5pPr>
            <a:lvl6pPr>
              <a:defRPr sz="1125" b="0">
                <a:solidFill>
                  <a:srgbClr val="516374"/>
                </a:solidFill>
                <a:latin typeface="Arial"/>
                <a:ea typeface="Arial"/>
                <a:cs typeface="Arial"/>
              </a:defRPr>
            </a:lvl6pPr>
            <a:lvl7pPr>
              <a:defRPr sz="1125" b="0">
                <a:solidFill>
                  <a:srgbClr val="516374"/>
                </a:solidFill>
                <a:latin typeface="Arial"/>
                <a:ea typeface="Arial"/>
                <a:cs typeface="Arial"/>
              </a:defRPr>
            </a:lvl7pPr>
            <a:lvl8pPr>
              <a:defRPr sz="1125" b="0">
                <a:solidFill>
                  <a:srgbClr val="516374"/>
                </a:solidFill>
                <a:latin typeface="Arial"/>
                <a:ea typeface="Arial"/>
                <a:cs typeface="Arial"/>
              </a:defRPr>
            </a:lvl8pPr>
            <a:lvl9pPr>
              <a:defRPr sz="1125" b="0">
                <a:solidFill>
                  <a:srgbClr val="516374"/>
                </a:solidFill>
                <a:latin typeface="Arial"/>
                <a:ea typeface="Arial"/>
                <a:cs typeface="Arial"/>
              </a:defRPr>
            </a:lvl9pPr>
          </a:lstStyle>
          <a:p xmlns:a="http://schemas.openxmlformats.org/drawingml/2006/main">
            <a:pPr>
              <a:defRPr sz="1125" b="0">
                <a:solidFill>
                  <a:srgbClr val="516374"/>
                </a:solidFill>
                <a:latin typeface="Arial"/>
                <a:ea typeface="Arial"/>
                <a:cs typeface="Arial"/>
              </a:defRPr>
            </a:pPr>
            <a:r>
              <a:rPr sz="1125" b="0">
                <a:solidFill>
                  <a:srgbClr val="516374"/>
                </a:solidFill>
                <a:latin typeface="Arial"/>
                <a:ea typeface="Arial"/>
                <a:cs typeface="Arial"/>
              </a:rPr>
              <a:t>6241 boulevard Léger  |  21 octobre 2026</a:t>
            </a:r>
          </a:p>
        </p:txBody>
      </p:sp>
      <p:sp>
        <p:nvSpPr>
          <p:cNvPr id="4" name="">
            <a:extLst xmlns:a="http://schemas.openxmlformats.org/drawingml/2006/main">
              <a:ext uri="{FF2B5EF4-FFF2-40B4-BE49-F238E27FC236}">
                <a16:creationId xmlns:a16="http://schemas.microsoft.com/office/drawing/2014/main" id="{C888E4D3-AAA0-4A96-9EFA-A063E61DEE8A}"/>
              </a:ext>
            </a:extLst>
          </p:cNvPr>
          <p:cNvSpPr>
            <a:spLocks xmlns:a="http://schemas.openxmlformats.org/drawingml/2006/main" noGrp="1"/>
          </p:cNvSpPr>
          <p:nvPr/>
        </p:nvSpPr>
        <p:spPr>
          <a:xfrm xmlns:a="http://schemas.openxmlformats.org/drawingml/2006/main">
            <a:off x="11096625" y="64008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16374"/>
                </a:solidFill>
                <a:latin typeface="Arial"/>
                <a:ea typeface="Arial"/>
                <a:cs typeface="Arial"/>
              </a:defRPr>
            </a:defPPr>
            <a:lvl1pPr>
              <a:defRPr sz="1350" b="0">
                <a:solidFill>
                  <a:srgbClr val="516374"/>
                </a:solidFill>
                <a:latin typeface="Arial"/>
                <a:ea typeface="Arial"/>
                <a:cs typeface="Arial"/>
              </a:defRPr>
            </a:lvl1pPr>
            <a:lvl2pPr>
              <a:defRPr sz="1350" b="0">
                <a:solidFill>
                  <a:srgbClr val="516374"/>
                </a:solidFill>
                <a:latin typeface="Arial"/>
                <a:ea typeface="Arial"/>
                <a:cs typeface="Arial"/>
              </a:defRPr>
            </a:lvl2pPr>
            <a:lvl3pPr>
              <a:defRPr sz="1350" b="0">
                <a:solidFill>
                  <a:srgbClr val="516374"/>
                </a:solidFill>
                <a:latin typeface="Arial"/>
                <a:ea typeface="Arial"/>
                <a:cs typeface="Arial"/>
              </a:defRPr>
            </a:lvl3pPr>
            <a:lvl4pPr>
              <a:defRPr sz="1350" b="0">
                <a:solidFill>
                  <a:srgbClr val="516374"/>
                </a:solidFill>
                <a:latin typeface="Arial"/>
                <a:ea typeface="Arial"/>
                <a:cs typeface="Arial"/>
              </a:defRPr>
            </a:lvl4pPr>
            <a:lvl5pPr>
              <a:defRPr sz="1350" b="0">
                <a:solidFill>
                  <a:srgbClr val="516374"/>
                </a:solidFill>
                <a:latin typeface="Arial"/>
                <a:ea typeface="Arial"/>
                <a:cs typeface="Arial"/>
              </a:defRPr>
            </a:lvl5pPr>
            <a:lvl6pPr>
              <a:defRPr sz="1350" b="0">
                <a:solidFill>
                  <a:srgbClr val="516374"/>
                </a:solidFill>
                <a:latin typeface="Arial"/>
                <a:ea typeface="Arial"/>
                <a:cs typeface="Arial"/>
              </a:defRPr>
            </a:lvl6pPr>
            <a:lvl7pPr>
              <a:defRPr sz="1350" b="0">
                <a:solidFill>
                  <a:srgbClr val="516374"/>
                </a:solidFill>
                <a:latin typeface="Arial"/>
                <a:ea typeface="Arial"/>
                <a:cs typeface="Arial"/>
              </a:defRPr>
            </a:lvl7pPr>
            <a:lvl8pPr>
              <a:defRPr sz="1350" b="0">
                <a:solidFill>
                  <a:srgbClr val="516374"/>
                </a:solidFill>
                <a:latin typeface="Arial"/>
                <a:ea typeface="Arial"/>
                <a:cs typeface="Arial"/>
              </a:defRPr>
            </a:lvl8pPr>
            <a:lvl9pPr>
              <a:defRPr sz="1350" b="0">
                <a:solidFill>
                  <a:srgbClr val="516374"/>
                </a:solidFill>
                <a:latin typeface="Arial"/>
                <a:ea typeface="Arial"/>
                <a:cs typeface="Arial"/>
              </a:defRPr>
            </a:lvl9pPr>
          </a:lstStyle>
          <a:p xmlns:a="http://schemas.openxmlformats.org/drawingml/2006/main">
            <a:pPr>
              <a:defRPr sz="1350" b="0">
                <a:solidFill>
                  <a:srgbClr val="516374"/>
                </a:solidFill>
                <a:latin typeface="Arial"/>
                <a:ea typeface="Arial"/>
                <a:cs typeface="Arial"/>
              </a:defRPr>
            </a:pPr>
            <a:r>
              <a:rPr sz="1350" b="0">
                <a:solidFill>
                  <a:srgbClr val="516374"/>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800D3516-35C9-4459-9268-4ECE4B6B103A}"/>
              </a:ext>
            </a:extLst>
          </p:cNvPr>
          <p:cNvGraphicFramePr/>
          <p:nvPr/>
        </p:nvGraphicFramePr>
        <p:xfrm>
          <a:off xmlns:a="http://schemas.openxmlformats.org/drawingml/2006/main" x="609600" y="1943100"/>
          <a:ext xmlns:a="http://schemas.openxmlformats.org/drawingml/2006/main" cx="10972800" cy="3162300"/>
        </p:xfrm>
        <a:graphic xmlns:a="http://schemas.openxmlformats.org/drawingml/2006/main">
          <a:graphicData uri="http://schemas.openxmlformats.org/drawingml/2006/table">
            <a:tbl>
              <a:tblPr/>
              <a:tblGrid>
                <a:gridCol w="2476500"/>
                <a:gridCol w="2571750"/>
                <a:gridCol w="5924550"/>
              </a:tblGrid>
              <a:tr h="790575">
                <a:tc>
                  <a:txBody>
                    <a:bodyPr/>
                    <a:lstStyle/>
                    <a:p>
                      <a:r>
                        <a:rPr sz="1950" b="1">
                          <a:solidFill>
                            <a:srgbClr val="FFFFFF"/>
                          </a:solidFill>
                          <a:latin typeface="Arial"/>
                          <a:ea typeface="Arial"/>
                          <a:cs typeface="Arial"/>
                        </a:rPr>
                        <a:t>Date de l’échange</a:t>
                      </a:r>
                    </a:p>
                  </a:txBody>
                  <a:tcPr marL="91440" marR="91440" marT="45720" marB="45720">
                    <a:solidFill>
                      <a:srgbClr val="17324D"/>
                    </a:solidFill>
                  </a:tcPr>
                </a:tc>
                <a:tc>
                  <a:txBody>
                    <a:bodyPr/>
                    <a:lstStyle/>
                    <a:p>
                      <a:r>
                        <a:rPr sz="1950" b="1">
                          <a:solidFill>
                            <a:srgbClr val="FFFFFF"/>
                          </a:solidFill>
                          <a:latin typeface="Arial"/>
                          <a:ea typeface="Arial"/>
                          <a:cs typeface="Arial"/>
                        </a:rPr>
                        <a:t>Montant mentionné</a:t>
                      </a:r>
                    </a:p>
                  </a:txBody>
                  <a:tcPr marL="91440" marR="91440" marT="45720" marB="45720">
                    <a:solidFill>
                      <a:srgbClr val="17324D"/>
                    </a:solidFill>
                  </a:tcPr>
                </a:tc>
                <a:tc>
                  <a:txBody>
                    <a:bodyPr/>
                    <a:lstStyle/>
                    <a:p>
                      <a:r>
                        <a:rPr sz="1950" b="1">
                          <a:solidFill>
                            <a:srgbClr val="FFFFFF"/>
                          </a:solidFill>
                          <a:latin typeface="Arial"/>
                          <a:ea typeface="Arial"/>
                          <a:cs typeface="Arial"/>
                        </a:rPr>
                        <a:t>Ce qui est documenté</a:t>
                      </a:r>
                    </a:p>
                  </a:txBody>
                  <a:tcPr marL="91440" marR="91440" marT="45720" marB="45720">
                    <a:solidFill>
                      <a:srgbClr val="17324D"/>
                    </a:solidFill>
                  </a:tcPr>
                </a:tc>
              </a:tr>
              <a:tr h="790575">
                <a:tc>
                  <a:txBody>
                    <a:bodyPr/>
                    <a:lstStyle/>
                    <a:p>
                      <a:r>
                        <a:rPr sz="1950" b="0">
                          <a:solidFill>
                            <a:srgbClr val="243542"/>
                          </a:solidFill>
                          <a:latin typeface="Arial"/>
                          <a:ea typeface="Arial"/>
                          <a:cs typeface="Arial"/>
                        </a:rPr>
                        <a:t>20 février 2025</a:t>
                      </a:r>
                    </a:p>
                  </a:txBody>
                  <a:tcPr marL="91440" marR="91440" marT="45720" marB="45720">
                    <a:solidFill>
                      <a:srgbClr val="FFFFFF"/>
                    </a:solidFill>
                  </a:tcPr>
                </a:tc>
                <a:tc>
                  <a:txBody>
                    <a:bodyPr/>
                    <a:lstStyle/>
                    <a:p>
                      <a:r>
                        <a:rPr sz="1950" b="0">
                          <a:solidFill>
                            <a:srgbClr val="243542"/>
                          </a:solidFill>
                          <a:latin typeface="Arial"/>
                          <a:ea typeface="Arial"/>
                          <a:cs typeface="Arial"/>
                        </a:rPr>
                        <a:t>39 143,84 $</a:t>
                      </a:r>
                    </a:p>
                  </a:txBody>
                  <a:tcPr marL="91440" marR="91440" marT="45720" marB="45720">
                    <a:solidFill>
                      <a:srgbClr val="FFFFFF"/>
                    </a:solidFill>
                  </a:tcPr>
                </a:tc>
                <a:tc>
                  <a:txBody>
                    <a:bodyPr/>
                    <a:lstStyle/>
                    <a:p>
                      <a:r>
                        <a:rPr sz="1950" b="0">
                          <a:solidFill>
                            <a:srgbClr val="243542"/>
                          </a:solidFill>
                          <a:latin typeface="Arial"/>
                          <a:ea typeface="Arial"/>
                          <a:cs typeface="Arial"/>
                        </a:rPr>
                        <a:t>HSB dit avoir demandé le paiement</a:t>
                      </a:r>
                    </a:p>
                    <a:p>
                      <a:r>
                        <a:rPr sz="1950" b="0">
                          <a:solidFill>
                            <a:srgbClr val="243542"/>
                          </a:solidFill>
                          <a:latin typeface="Arial"/>
                          <a:ea typeface="Arial"/>
                          <a:cs typeface="Arial"/>
                        </a:rPr>
                        <a:t>1 855,68 $ + 37 288,16 $</a:t>
                      </a:r>
                    </a:p>
                  </a:txBody>
                  <a:tcPr marL="91440" marR="91440" marT="45720" marB="45720">
                    <a:solidFill>
                      <a:srgbClr val="FFFFFF"/>
                    </a:solidFill>
                  </a:tcPr>
                </a:tc>
              </a:tr>
              <a:tr h="790575">
                <a:tc>
                  <a:txBody>
                    <a:bodyPr/>
                    <a:lstStyle/>
                    <a:p>
                      <a:r>
                        <a:rPr sz="1950" b="0">
                          <a:solidFill>
                            <a:srgbClr val="243542"/>
                          </a:solidFill>
                          <a:latin typeface="Arial"/>
                          <a:ea typeface="Arial"/>
                          <a:cs typeface="Arial"/>
                        </a:rPr>
                        <a:t>29 octobre 2025</a:t>
                      </a:r>
                    </a:p>
                  </a:txBody>
                  <a:tcPr marL="91440" marR="91440" marT="45720" marB="45720">
                    <a:solidFill>
                      <a:srgbClr val="EAEFF3"/>
                    </a:solidFill>
                  </a:tcPr>
                </a:tc>
                <a:tc>
                  <a:txBody>
                    <a:bodyPr/>
                    <a:lstStyle/>
                    <a:p>
                      <a:r>
                        <a:rPr sz="1950" b="0">
                          <a:solidFill>
                            <a:srgbClr val="243542"/>
                          </a:solidFill>
                          <a:latin typeface="Arial"/>
                          <a:ea typeface="Arial"/>
                          <a:cs typeface="Arial"/>
                        </a:rPr>
                        <a:t>31 085,30 $</a:t>
                      </a:r>
                    </a:p>
                  </a:txBody>
                  <a:tcPr marL="91440" marR="91440" marT="45720" marB="45720">
                    <a:solidFill>
                      <a:srgbClr val="EAEFF3"/>
                    </a:solidFill>
                  </a:tcPr>
                </a:tc>
                <a:tc>
                  <a:txBody>
                    <a:bodyPr/>
                    <a:lstStyle/>
                    <a:p>
                      <a:r>
                        <a:rPr sz="1950" b="0">
                          <a:solidFill>
                            <a:srgbClr val="243542"/>
                          </a:solidFill>
                          <a:latin typeface="Arial"/>
                          <a:ea typeface="Arial"/>
                          <a:cs typeface="Arial"/>
                        </a:rPr>
                        <a:t>Joey annonce l’envoi d’un chèque</a:t>
                      </a:r>
                    </a:p>
                  </a:txBody>
                  <a:tcPr marL="91440" marR="91440" marT="45720" marB="45720">
                    <a:solidFill>
                      <a:srgbClr val="EAEFF3"/>
                    </a:solidFill>
                  </a:tcPr>
                </a:tc>
              </a:tr>
              <a:tr h="790575">
                <a:tc>
                  <a:txBody>
                    <a:bodyPr/>
                    <a:lstStyle/>
                    <a:p>
                      <a:r>
                        <a:rPr sz="1950" b="0">
                          <a:solidFill>
                            <a:srgbClr val="243542"/>
                          </a:solidFill>
                          <a:latin typeface="Arial"/>
                          <a:ea typeface="Arial"/>
                          <a:cs typeface="Arial"/>
                        </a:rPr>
                        <a:t>6 novembre 2025</a:t>
                      </a:r>
                    </a:p>
                  </a:txBody>
                  <a:tcPr marL="91440" marR="91440" marT="45720" marB="45720">
                    <a:solidFill>
                      <a:srgbClr val="FFFFFF"/>
                    </a:solidFill>
                  </a:tcPr>
                </a:tc>
                <a:tc>
                  <a:txBody>
                    <a:bodyPr/>
                    <a:lstStyle/>
                    <a:p>
                      <a:r>
                        <a:rPr sz="1950" b="0">
                          <a:solidFill>
                            <a:srgbClr val="243542"/>
                          </a:solidFill>
                          <a:latin typeface="Arial"/>
                          <a:ea typeface="Arial"/>
                          <a:cs typeface="Arial"/>
                        </a:rPr>
                        <a:t>Même chèque</a:t>
                      </a:r>
                    </a:p>
                  </a:txBody>
                  <a:tcPr marL="91440" marR="91440" marT="45720" marB="45720">
                    <a:solidFill>
                      <a:srgbClr val="FFFFFF"/>
                    </a:solidFill>
                  </a:tcPr>
                </a:tc>
                <a:tc>
                  <a:txBody>
                    <a:bodyPr/>
                    <a:lstStyle/>
                    <a:p>
                      <a:r>
                        <a:rPr sz="1950" b="0">
                          <a:solidFill>
                            <a:srgbClr val="243542"/>
                          </a:solidFill>
                          <a:latin typeface="Arial"/>
                          <a:ea typeface="Arial"/>
                          <a:cs typeface="Arial"/>
                        </a:rPr>
                        <a:t>Le client déclare sa réception</a:t>
                      </a:r>
                    </a:p>
                    <a:p>
                      <a:r>
                        <a:rPr sz="1950" b="0">
                          <a:solidFill>
                            <a:srgbClr val="243542"/>
                          </a:solidFill>
                          <a:latin typeface="Arial"/>
                          <a:ea typeface="Arial"/>
                          <a:cs typeface="Arial"/>
                        </a:rPr>
                        <a:t>et son intention d’encaisser</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FC3B1E4-4B3B-4E19-8F0D-A043D83D1083}"/>
              </a:ext>
            </a:extLst>
          </p:cNvPr>
          <p:cNvSpPr>
            <a:spLocks xmlns:a="http://schemas.openxmlformats.org/drawingml/2006/main" noGrp="1"/>
          </p:cNvSpPr>
          <p:nvPr/>
        </p:nvSpPr>
        <p:spPr>
          <a:xfrm xmlns:a="http://schemas.openxmlformats.org/drawingml/2006/main">
            <a:off x="628650" y="5448300"/>
            <a:ext cx="107156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latin typeface="Arial"/>
                <a:ea typeface="Arial"/>
                <a:cs typeface="Arial"/>
              </a:defRPr>
            </a:defPPr>
            <a:lvl1pPr>
              <a:defRPr sz="2025" b="0">
                <a:solidFill>
                  <a:srgbClr val="17324D"/>
                </a:solidFill>
                <a:latin typeface="Arial"/>
                <a:ea typeface="Arial"/>
                <a:cs typeface="Arial"/>
              </a:defRPr>
            </a:lvl1pPr>
            <a:lvl2pPr>
              <a:defRPr sz="2025" b="0">
                <a:solidFill>
                  <a:srgbClr val="17324D"/>
                </a:solidFill>
                <a:latin typeface="Arial"/>
                <a:ea typeface="Arial"/>
                <a:cs typeface="Arial"/>
              </a:defRPr>
            </a:lvl2pPr>
            <a:lvl3pPr>
              <a:defRPr sz="2025" b="0">
                <a:solidFill>
                  <a:srgbClr val="17324D"/>
                </a:solidFill>
                <a:latin typeface="Arial"/>
                <a:ea typeface="Arial"/>
                <a:cs typeface="Arial"/>
              </a:defRPr>
            </a:lvl3pPr>
            <a:lvl4pPr>
              <a:defRPr sz="2025" b="0">
                <a:solidFill>
                  <a:srgbClr val="17324D"/>
                </a:solidFill>
                <a:latin typeface="Arial"/>
                <a:ea typeface="Arial"/>
                <a:cs typeface="Arial"/>
              </a:defRPr>
            </a:lvl4pPr>
            <a:lvl5pPr>
              <a:defRPr sz="2025" b="0">
                <a:solidFill>
                  <a:srgbClr val="17324D"/>
                </a:solidFill>
                <a:latin typeface="Arial"/>
                <a:ea typeface="Arial"/>
                <a:cs typeface="Arial"/>
              </a:defRPr>
            </a:lvl5pPr>
            <a:lvl6pPr>
              <a:defRPr sz="2025" b="0">
                <a:solidFill>
                  <a:srgbClr val="17324D"/>
                </a:solidFill>
                <a:latin typeface="Arial"/>
                <a:ea typeface="Arial"/>
                <a:cs typeface="Arial"/>
              </a:defRPr>
            </a:lvl6pPr>
            <a:lvl7pPr>
              <a:defRPr sz="2025" b="0">
                <a:solidFill>
                  <a:srgbClr val="17324D"/>
                </a:solidFill>
                <a:latin typeface="Arial"/>
                <a:ea typeface="Arial"/>
                <a:cs typeface="Arial"/>
              </a:defRPr>
            </a:lvl7pPr>
            <a:lvl8pPr>
              <a:defRPr sz="2025" b="0">
                <a:solidFill>
                  <a:srgbClr val="17324D"/>
                </a:solidFill>
                <a:latin typeface="Arial"/>
                <a:ea typeface="Arial"/>
                <a:cs typeface="Arial"/>
              </a:defRPr>
            </a:lvl8pPr>
            <a:lvl9pPr>
              <a:defRPr sz="2025" b="0">
                <a:solidFill>
                  <a:srgbClr val="17324D"/>
                </a:solidFill>
                <a:latin typeface="Arial"/>
                <a:ea typeface="Arial"/>
                <a:cs typeface="Arial"/>
              </a:defRPr>
            </a:lvl9pPr>
          </a:lstStyle>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À relier : autorisation, référence du chèque ou virement, dépôt, disponibilité finale et dommages couverts.</a:t>
            </a:r>
          </a:p>
        </p:txBody>
      </p:sp>
    </p:spTree>
    <p:extLst>
      <p:ext uri="{BB962C8B-B14F-4D97-AF65-F5344CB8AC3E}">
        <p14:creationId xmlns:p14="http://schemas.microsoft.com/office/powerpoint/2010/main" val="857113651"/>
      </p:ext>
    </p:extLst>
  </p:cSld>
</p:sld>
</file>

<file path=ppt/slides/slide7.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9DB13AA-0602-4999-804E-6B5D01E45F79}"/>
              </a:ext>
            </a:extLst>
          </p:cNvPr>
          <p:cNvSpPr>
            <a:spLocks xmlns:a="http://schemas.openxmlformats.org/drawingml/2006/main" noGrp="1"/>
          </p:cNvSpPr>
          <p:nvPr/>
        </p:nvSpPr>
        <p:spPr>
          <a:xfrm xmlns:a="http://schemas.openxmlformats.org/drawingml/2006/main">
            <a:off x="609600" y="4381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24D"/>
                </a:solidFill>
                <a:latin typeface="Arial"/>
                <a:ea typeface="Arial"/>
                <a:cs typeface="Arial"/>
              </a:defRPr>
            </a:defPPr>
            <a:lvl1pPr>
              <a:defRPr sz="3300" b="1">
                <a:solidFill>
                  <a:srgbClr val="17324D"/>
                </a:solidFill>
                <a:latin typeface="Arial"/>
                <a:ea typeface="Arial"/>
                <a:cs typeface="Arial"/>
              </a:defRPr>
            </a:lvl1pPr>
            <a:lvl2pPr>
              <a:defRPr sz="3300" b="1">
                <a:solidFill>
                  <a:srgbClr val="17324D"/>
                </a:solidFill>
                <a:latin typeface="Arial"/>
                <a:ea typeface="Arial"/>
                <a:cs typeface="Arial"/>
              </a:defRPr>
            </a:lvl2pPr>
            <a:lvl3pPr>
              <a:defRPr sz="3300" b="1">
                <a:solidFill>
                  <a:srgbClr val="17324D"/>
                </a:solidFill>
                <a:latin typeface="Arial"/>
                <a:ea typeface="Arial"/>
                <a:cs typeface="Arial"/>
              </a:defRPr>
            </a:lvl3pPr>
            <a:lvl4pPr>
              <a:defRPr sz="3300" b="1">
                <a:solidFill>
                  <a:srgbClr val="17324D"/>
                </a:solidFill>
                <a:latin typeface="Arial"/>
                <a:ea typeface="Arial"/>
                <a:cs typeface="Arial"/>
              </a:defRPr>
            </a:lvl4pPr>
            <a:lvl5pPr>
              <a:defRPr sz="3300" b="1">
                <a:solidFill>
                  <a:srgbClr val="17324D"/>
                </a:solidFill>
                <a:latin typeface="Arial"/>
                <a:ea typeface="Arial"/>
                <a:cs typeface="Arial"/>
              </a:defRPr>
            </a:lvl5pPr>
            <a:lvl6pPr>
              <a:defRPr sz="3300" b="1">
                <a:solidFill>
                  <a:srgbClr val="17324D"/>
                </a:solidFill>
                <a:latin typeface="Arial"/>
                <a:ea typeface="Arial"/>
                <a:cs typeface="Arial"/>
              </a:defRPr>
            </a:lvl6pPr>
            <a:lvl7pPr>
              <a:defRPr sz="3300" b="1">
                <a:solidFill>
                  <a:srgbClr val="17324D"/>
                </a:solidFill>
                <a:latin typeface="Arial"/>
                <a:ea typeface="Arial"/>
                <a:cs typeface="Arial"/>
              </a:defRPr>
            </a:lvl7pPr>
            <a:lvl8pPr>
              <a:defRPr sz="3300" b="1">
                <a:solidFill>
                  <a:srgbClr val="17324D"/>
                </a:solidFill>
                <a:latin typeface="Arial"/>
                <a:ea typeface="Arial"/>
                <a:cs typeface="Arial"/>
              </a:defRPr>
            </a:lvl8pPr>
            <a:lvl9pPr>
              <a:defRPr sz="3300" b="1">
                <a:solidFill>
                  <a:srgbClr val="17324D"/>
                </a:solidFill>
                <a:latin typeface="Arial"/>
                <a:ea typeface="Arial"/>
                <a:cs typeface="Arial"/>
              </a:defRPr>
            </a:lvl9pPr>
          </a:lstStyle>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L’état des fours avant le déménagement</a:t>
            </a:r>
          </a:p>
        </p:txBody>
      </p:sp>
      <p:sp>
        <p:nvSpPr>
          <p:cNvPr id="2" name="">
            <a:extLst xmlns:a="http://schemas.openxmlformats.org/drawingml/2006/main">
              <a:ext uri="{FF2B5EF4-FFF2-40B4-BE49-F238E27FC236}">
                <a16:creationId xmlns:a16="http://schemas.microsoft.com/office/drawing/2014/main" id="{26E178BC-DDF2-4C64-B2DA-EDF3BFD4C5E8}"/>
              </a:ext>
            </a:extLst>
          </p:cNvPr>
          <p:cNvSpPr>
            <a:spLocks xmlns:a="http://schemas.openxmlformats.org/drawingml/2006/main" noGrp="1"/>
          </p:cNvSpPr>
          <p:nvPr/>
        </p:nvSpPr>
        <p:spPr>
          <a:xfrm xmlns:a="http://schemas.openxmlformats.org/drawingml/2006/main">
            <a:off x="628650" y="116205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16374"/>
                </a:solidFill>
                <a:latin typeface="Arial"/>
                <a:ea typeface="Arial"/>
                <a:cs typeface="Arial"/>
              </a:defRPr>
            </a:defPPr>
            <a:lvl1pPr>
              <a:defRPr sz="1725" b="0">
                <a:solidFill>
                  <a:srgbClr val="516374"/>
                </a:solidFill>
                <a:latin typeface="Arial"/>
                <a:ea typeface="Arial"/>
                <a:cs typeface="Arial"/>
              </a:defRPr>
            </a:lvl1pPr>
            <a:lvl2pPr>
              <a:defRPr sz="1725" b="0">
                <a:solidFill>
                  <a:srgbClr val="516374"/>
                </a:solidFill>
                <a:latin typeface="Arial"/>
                <a:ea typeface="Arial"/>
                <a:cs typeface="Arial"/>
              </a:defRPr>
            </a:lvl2pPr>
            <a:lvl3pPr>
              <a:defRPr sz="1725" b="0">
                <a:solidFill>
                  <a:srgbClr val="516374"/>
                </a:solidFill>
                <a:latin typeface="Arial"/>
                <a:ea typeface="Arial"/>
                <a:cs typeface="Arial"/>
              </a:defRPr>
            </a:lvl3pPr>
            <a:lvl4pPr>
              <a:defRPr sz="1725" b="0">
                <a:solidFill>
                  <a:srgbClr val="516374"/>
                </a:solidFill>
                <a:latin typeface="Arial"/>
                <a:ea typeface="Arial"/>
                <a:cs typeface="Arial"/>
              </a:defRPr>
            </a:lvl4pPr>
            <a:lvl5pPr>
              <a:defRPr sz="1725" b="0">
                <a:solidFill>
                  <a:srgbClr val="516374"/>
                </a:solidFill>
                <a:latin typeface="Arial"/>
                <a:ea typeface="Arial"/>
                <a:cs typeface="Arial"/>
              </a:defRPr>
            </a:lvl5pPr>
            <a:lvl6pPr>
              <a:defRPr sz="1725" b="0">
                <a:solidFill>
                  <a:srgbClr val="516374"/>
                </a:solidFill>
                <a:latin typeface="Arial"/>
                <a:ea typeface="Arial"/>
                <a:cs typeface="Arial"/>
              </a:defRPr>
            </a:lvl6pPr>
            <a:lvl7pPr>
              <a:defRPr sz="1725" b="0">
                <a:solidFill>
                  <a:srgbClr val="516374"/>
                </a:solidFill>
                <a:latin typeface="Arial"/>
                <a:ea typeface="Arial"/>
                <a:cs typeface="Arial"/>
              </a:defRPr>
            </a:lvl7pPr>
            <a:lvl8pPr>
              <a:defRPr sz="1725" b="0">
                <a:solidFill>
                  <a:srgbClr val="516374"/>
                </a:solidFill>
                <a:latin typeface="Arial"/>
                <a:ea typeface="Arial"/>
                <a:cs typeface="Arial"/>
              </a:defRPr>
            </a:lvl8pPr>
            <a:lvl9pPr>
              <a:defRPr sz="1725" b="0">
                <a:solidFill>
                  <a:srgbClr val="516374"/>
                </a:solidFill>
                <a:latin typeface="Arial"/>
                <a:ea typeface="Arial"/>
                <a:cs typeface="Arial"/>
              </a:defRPr>
            </a:lvl9pPr>
          </a:lstStyle>
          <a:p xmlns:a="http://schemas.openxmlformats.org/drawingml/2006/main">
            <a:pPr>
              <a:defRPr sz="1725" b="0">
                <a:solidFill>
                  <a:srgbClr val="516374"/>
                </a:solidFill>
                <a:latin typeface="Arial"/>
                <a:ea typeface="Arial"/>
                <a:cs typeface="Arial"/>
              </a:defRPr>
            </a:pPr>
            <a:r>
              <a:rPr sz="1725" b="0">
                <a:solidFill>
                  <a:srgbClr val="516374"/>
                </a:solidFill>
                <a:latin typeface="Arial"/>
                <a:ea typeface="Arial"/>
                <a:cs typeface="Arial"/>
              </a:rPr>
              <a:t>Deux pièces de 2024 demandent un rapprochement par appareil</a:t>
            </a:r>
          </a:p>
        </p:txBody>
      </p:sp>
      <p:sp>
        <p:nvSpPr>
          <p:cNvPr id="3" name="">
            <a:extLst xmlns:a="http://schemas.openxmlformats.org/drawingml/2006/main">
              <a:ext uri="{FF2B5EF4-FFF2-40B4-BE49-F238E27FC236}">
                <a16:creationId xmlns:a16="http://schemas.microsoft.com/office/drawing/2014/main" id="{AA4A52BC-FD97-4336-82CC-BC4D1DBC2240}"/>
              </a:ext>
            </a:extLst>
          </p:cNvPr>
          <p:cNvSpPr>
            <a:spLocks xmlns:a="http://schemas.openxmlformats.org/drawingml/2006/main" noGrp="1"/>
          </p:cNvSpPr>
          <p:nvPr/>
        </p:nvSpPr>
        <p:spPr>
          <a:xfrm xmlns:a="http://schemas.openxmlformats.org/drawingml/2006/main">
            <a:off x="609600" y="643890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16374"/>
                </a:solidFill>
                <a:latin typeface="Arial"/>
                <a:ea typeface="Arial"/>
                <a:cs typeface="Arial"/>
              </a:defRPr>
            </a:defPPr>
            <a:lvl1pPr>
              <a:defRPr sz="1125" b="0">
                <a:solidFill>
                  <a:srgbClr val="516374"/>
                </a:solidFill>
                <a:latin typeface="Arial"/>
                <a:ea typeface="Arial"/>
                <a:cs typeface="Arial"/>
              </a:defRPr>
            </a:lvl1pPr>
            <a:lvl2pPr>
              <a:defRPr sz="1125" b="0">
                <a:solidFill>
                  <a:srgbClr val="516374"/>
                </a:solidFill>
                <a:latin typeface="Arial"/>
                <a:ea typeface="Arial"/>
                <a:cs typeface="Arial"/>
              </a:defRPr>
            </a:lvl2pPr>
            <a:lvl3pPr>
              <a:defRPr sz="1125" b="0">
                <a:solidFill>
                  <a:srgbClr val="516374"/>
                </a:solidFill>
                <a:latin typeface="Arial"/>
                <a:ea typeface="Arial"/>
                <a:cs typeface="Arial"/>
              </a:defRPr>
            </a:lvl3pPr>
            <a:lvl4pPr>
              <a:defRPr sz="1125" b="0">
                <a:solidFill>
                  <a:srgbClr val="516374"/>
                </a:solidFill>
                <a:latin typeface="Arial"/>
                <a:ea typeface="Arial"/>
                <a:cs typeface="Arial"/>
              </a:defRPr>
            </a:lvl4pPr>
            <a:lvl5pPr>
              <a:defRPr sz="1125" b="0">
                <a:solidFill>
                  <a:srgbClr val="516374"/>
                </a:solidFill>
                <a:latin typeface="Arial"/>
                <a:ea typeface="Arial"/>
                <a:cs typeface="Arial"/>
              </a:defRPr>
            </a:lvl5pPr>
            <a:lvl6pPr>
              <a:defRPr sz="1125" b="0">
                <a:solidFill>
                  <a:srgbClr val="516374"/>
                </a:solidFill>
                <a:latin typeface="Arial"/>
                <a:ea typeface="Arial"/>
                <a:cs typeface="Arial"/>
              </a:defRPr>
            </a:lvl6pPr>
            <a:lvl7pPr>
              <a:defRPr sz="1125" b="0">
                <a:solidFill>
                  <a:srgbClr val="516374"/>
                </a:solidFill>
                <a:latin typeface="Arial"/>
                <a:ea typeface="Arial"/>
                <a:cs typeface="Arial"/>
              </a:defRPr>
            </a:lvl7pPr>
            <a:lvl8pPr>
              <a:defRPr sz="1125" b="0">
                <a:solidFill>
                  <a:srgbClr val="516374"/>
                </a:solidFill>
                <a:latin typeface="Arial"/>
                <a:ea typeface="Arial"/>
                <a:cs typeface="Arial"/>
              </a:defRPr>
            </a:lvl8pPr>
            <a:lvl9pPr>
              <a:defRPr sz="1125" b="0">
                <a:solidFill>
                  <a:srgbClr val="516374"/>
                </a:solidFill>
                <a:latin typeface="Arial"/>
                <a:ea typeface="Arial"/>
                <a:cs typeface="Arial"/>
              </a:defRPr>
            </a:lvl9pPr>
          </a:lstStyle>
          <a:p xmlns:a="http://schemas.openxmlformats.org/drawingml/2006/main">
            <a:pPr>
              <a:defRPr sz="1125" b="0">
                <a:solidFill>
                  <a:srgbClr val="516374"/>
                </a:solidFill>
                <a:latin typeface="Arial"/>
                <a:ea typeface="Arial"/>
                <a:cs typeface="Arial"/>
              </a:defRPr>
            </a:pPr>
            <a:r>
              <a:rPr sz="1125" b="0">
                <a:solidFill>
                  <a:srgbClr val="516374"/>
                </a:solidFill>
                <a:latin typeface="Arial"/>
                <a:ea typeface="Arial"/>
                <a:cs typeface="Arial"/>
              </a:rPr>
              <a:t>6241 boulevard Léger  |  21 octobre 2026</a:t>
            </a:r>
          </a:p>
        </p:txBody>
      </p:sp>
      <p:sp>
        <p:nvSpPr>
          <p:cNvPr id="4" name="">
            <a:extLst xmlns:a="http://schemas.openxmlformats.org/drawingml/2006/main">
              <a:ext uri="{FF2B5EF4-FFF2-40B4-BE49-F238E27FC236}">
                <a16:creationId xmlns:a16="http://schemas.microsoft.com/office/drawing/2014/main" id="{9C0A191B-5F20-40B0-958B-8FCDC0B14376}"/>
              </a:ext>
            </a:extLst>
          </p:cNvPr>
          <p:cNvSpPr>
            <a:spLocks xmlns:a="http://schemas.openxmlformats.org/drawingml/2006/main" noGrp="1"/>
          </p:cNvSpPr>
          <p:nvPr/>
        </p:nvSpPr>
        <p:spPr>
          <a:xfrm xmlns:a="http://schemas.openxmlformats.org/drawingml/2006/main">
            <a:off x="11096625" y="64008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16374"/>
                </a:solidFill>
                <a:latin typeface="Arial"/>
                <a:ea typeface="Arial"/>
                <a:cs typeface="Arial"/>
              </a:defRPr>
            </a:defPPr>
            <a:lvl1pPr>
              <a:defRPr sz="1350" b="0">
                <a:solidFill>
                  <a:srgbClr val="516374"/>
                </a:solidFill>
                <a:latin typeface="Arial"/>
                <a:ea typeface="Arial"/>
                <a:cs typeface="Arial"/>
              </a:defRPr>
            </a:lvl1pPr>
            <a:lvl2pPr>
              <a:defRPr sz="1350" b="0">
                <a:solidFill>
                  <a:srgbClr val="516374"/>
                </a:solidFill>
                <a:latin typeface="Arial"/>
                <a:ea typeface="Arial"/>
                <a:cs typeface="Arial"/>
              </a:defRPr>
            </a:lvl2pPr>
            <a:lvl3pPr>
              <a:defRPr sz="1350" b="0">
                <a:solidFill>
                  <a:srgbClr val="516374"/>
                </a:solidFill>
                <a:latin typeface="Arial"/>
                <a:ea typeface="Arial"/>
                <a:cs typeface="Arial"/>
              </a:defRPr>
            </a:lvl3pPr>
            <a:lvl4pPr>
              <a:defRPr sz="1350" b="0">
                <a:solidFill>
                  <a:srgbClr val="516374"/>
                </a:solidFill>
                <a:latin typeface="Arial"/>
                <a:ea typeface="Arial"/>
                <a:cs typeface="Arial"/>
              </a:defRPr>
            </a:lvl4pPr>
            <a:lvl5pPr>
              <a:defRPr sz="1350" b="0">
                <a:solidFill>
                  <a:srgbClr val="516374"/>
                </a:solidFill>
                <a:latin typeface="Arial"/>
                <a:ea typeface="Arial"/>
                <a:cs typeface="Arial"/>
              </a:defRPr>
            </a:lvl5pPr>
            <a:lvl6pPr>
              <a:defRPr sz="1350" b="0">
                <a:solidFill>
                  <a:srgbClr val="516374"/>
                </a:solidFill>
                <a:latin typeface="Arial"/>
                <a:ea typeface="Arial"/>
                <a:cs typeface="Arial"/>
              </a:defRPr>
            </a:lvl6pPr>
            <a:lvl7pPr>
              <a:defRPr sz="1350" b="0">
                <a:solidFill>
                  <a:srgbClr val="516374"/>
                </a:solidFill>
                <a:latin typeface="Arial"/>
                <a:ea typeface="Arial"/>
                <a:cs typeface="Arial"/>
              </a:defRPr>
            </a:lvl7pPr>
            <a:lvl8pPr>
              <a:defRPr sz="1350" b="0">
                <a:solidFill>
                  <a:srgbClr val="516374"/>
                </a:solidFill>
                <a:latin typeface="Arial"/>
                <a:ea typeface="Arial"/>
                <a:cs typeface="Arial"/>
              </a:defRPr>
            </a:lvl8pPr>
            <a:lvl9pPr>
              <a:defRPr sz="1350" b="0">
                <a:solidFill>
                  <a:srgbClr val="516374"/>
                </a:solidFill>
                <a:latin typeface="Arial"/>
                <a:ea typeface="Arial"/>
                <a:cs typeface="Arial"/>
              </a:defRPr>
            </a:lvl9pPr>
          </a:lstStyle>
          <a:p xmlns:a="http://schemas.openxmlformats.org/drawingml/2006/main">
            <a:pPr>
              <a:defRPr sz="1350" b="0">
                <a:solidFill>
                  <a:srgbClr val="516374"/>
                </a:solidFill>
                <a:latin typeface="Arial"/>
                <a:ea typeface="Arial"/>
                <a:cs typeface="Arial"/>
              </a:defRPr>
            </a:pPr>
            <a:r>
              <a:rPr sz="1350" b="0">
                <a:solidFill>
                  <a:srgbClr val="516374"/>
                </a:solidFill>
                <a:latin typeface="Arial"/>
                <a:ea typeface="Arial"/>
                <a:cs typeface="Arial"/>
              </a:rPr>
              <a:t>07</a:t>
            </a:r>
          </a:p>
        </p:txBody>
      </p:sp>
      <p:pic>
        <p:nvPicPr>
          <p:cNvPr id="5" name="">
            <a:extLst xmlns:a="http://schemas.openxmlformats.org/drawingml/2006/main">
              <a:ext uri="{FF2B5EF4-FFF2-40B4-BE49-F238E27FC236}">
                <a16:creationId xmlns:a16="http://schemas.microsoft.com/office/drawing/2014/main" id="{4AA6B9AA-ED0D-4D7B-AE25-8117A12E0C7F}"/>
              </a:ext>
            </a:extLst>
          </p:cNvPr>
          <p:cNvPicPr>
            <a:picLocks xmlns:a="http://schemas.openxmlformats.org/drawingml/2006/main" noChangeAspect="1"/>
          </p:cNvPicPr>
          <p:nvPr/>
        </p:nvPicPr>
        <p:blipFill>
          <a:blip xmlns:r="http://schemas.openxmlformats.org/officeDocument/2006/relationships" xmlns:a="http://schemas.openxmlformats.org/drawingml/2006/main" r:embed="R73110b415e914173"/>
          <a:stretch xmlns:a="http://schemas.openxmlformats.org/drawingml/2006/main"/>
        </p:blipFill>
        <p:spPr>
          <a:xfrm xmlns:a="http://schemas.openxmlformats.org/drawingml/2006/main">
            <a:off x="665083" y="1790700"/>
            <a:ext cx="2413159" cy="4286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7FBCB08-938D-4E21-968A-70EE1A9EB0D5}"/>
              </a:ext>
            </a:extLst>
          </p:cNvPr>
          <p:cNvPicPr>
            <a:picLocks xmlns:a="http://schemas.openxmlformats.org/drawingml/2006/main" noChangeAspect="1"/>
          </p:cNvPicPr>
          <p:nvPr/>
        </p:nvPicPr>
        <p:blipFill>
          <a:blip xmlns:r="http://schemas.openxmlformats.org/officeDocument/2006/relationships" xmlns:a="http://schemas.openxmlformats.org/drawingml/2006/main" r:embed="Rf411af15edb44806"/>
          <a:stretch xmlns:a="http://schemas.openxmlformats.org/drawingml/2006/main"/>
        </p:blipFill>
        <p:spPr>
          <a:xfrm xmlns:a="http://schemas.openxmlformats.org/drawingml/2006/main">
            <a:off x="3389233" y="1790700"/>
            <a:ext cx="2413159"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DF6CAC0-569F-4727-BC3D-F894C3E8BE30}"/>
              </a:ext>
            </a:extLst>
          </p:cNvPr>
          <p:cNvSpPr>
            <a:spLocks xmlns:a="http://schemas.openxmlformats.org/drawingml/2006/main" noGrp="1"/>
          </p:cNvSpPr>
          <p:nvPr/>
        </p:nvSpPr>
        <p:spPr>
          <a:xfrm xmlns:a="http://schemas.openxmlformats.org/drawingml/2006/main">
            <a:off x="6191250" y="1924050"/>
            <a:ext cx="533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A315 — 22 septembre 2024</a:t>
            </a:r>
          </a:p>
        </p:txBody>
      </p:sp>
      <p:sp>
        <p:nvSpPr>
          <p:cNvPr id="8" name="">
            <a:extLst xmlns:a="http://schemas.openxmlformats.org/drawingml/2006/main">
              <a:ext uri="{FF2B5EF4-FFF2-40B4-BE49-F238E27FC236}">
                <a16:creationId xmlns:a16="http://schemas.microsoft.com/office/drawing/2014/main" id="{CCC361C9-E6B6-41C6-9972-A4E467CBCC00}"/>
              </a:ext>
            </a:extLst>
          </p:cNvPr>
          <p:cNvSpPr>
            <a:spLocks xmlns:a="http://schemas.openxmlformats.org/drawingml/2006/main" noGrp="1"/>
          </p:cNvSpPr>
          <p:nvPr/>
        </p:nvSpPr>
        <p:spPr>
          <a:xfrm xmlns:a="http://schemas.openxmlformats.org/drawingml/2006/main">
            <a:off x="6191250" y="2428875"/>
            <a:ext cx="52863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43542"/>
                </a:solidFill>
                <a:latin typeface="Arial"/>
                <a:ea typeface="Arial"/>
                <a:cs typeface="Arial"/>
              </a:defRPr>
            </a:defPPr>
            <a:lvl1pPr>
              <a:defRPr sz="2100" b="0">
                <a:solidFill>
                  <a:srgbClr val="243542"/>
                </a:solidFill>
                <a:latin typeface="Arial"/>
                <a:ea typeface="Arial"/>
                <a:cs typeface="Arial"/>
              </a:defRPr>
            </a:lvl1pPr>
            <a:lvl2pPr>
              <a:defRPr sz="2100" b="0">
                <a:solidFill>
                  <a:srgbClr val="243542"/>
                </a:solidFill>
                <a:latin typeface="Arial"/>
                <a:ea typeface="Arial"/>
                <a:cs typeface="Arial"/>
              </a:defRPr>
            </a:lvl2pPr>
            <a:lvl3pPr>
              <a:defRPr sz="2100" b="0">
                <a:solidFill>
                  <a:srgbClr val="243542"/>
                </a:solidFill>
                <a:latin typeface="Arial"/>
                <a:ea typeface="Arial"/>
                <a:cs typeface="Arial"/>
              </a:defRPr>
            </a:lvl3pPr>
            <a:lvl4pPr>
              <a:defRPr sz="2100" b="0">
                <a:solidFill>
                  <a:srgbClr val="243542"/>
                </a:solidFill>
                <a:latin typeface="Arial"/>
                <a:ea typeface="Arial"/>
                <a:cs typeface="Arial"/>
              </a:defRPr>
            </a:lvl4pPr>
            <a:lvl5pPr>
              <a:defRPr sz="2100" b="0">
                <a:solidFill>
                  <a:srgbClr val="243542"/>
                </a:solidFill>
                <a:latin typeface="Arial"/>
                <a:ea typeface="Arial"/>
                <a:cs typeface="Arial"/>
              </a:defRPr>
            </a:lvl5pPr>
            <a:lvl6pPr>
              <a:defRPr sz="2100" b="0">
                <a:solidFill>
                  <a:srgbClr val="243542"/>
                </a:solidFill>
                <a:latin typeface="Arial"/>
                <a:ea typeface="Arial"/>
                <a:cs typeface="Arial"/>
              </a:defRPr>
            </a:lvl6pPr>
            <a:lvl7pPr>
              <a:defRPr sz="2100" b="0">
                <a:solidFill>
                  <a:srgbClr val="243542"/>
                </a:solidFill>
                <a:latin typeface="Arial"/>
                <a:ea typeface="Arial"/>
                <a:cs typeface="Arial"/>
              </a:defRPr>
            </a:lvl7pPr>
            <a:lvl8pPr>
              <a:defRPr sz="2100" b="0">
                <a:solidFill>
                  <a:srgbClr val="243542"/>
                </a:solidFill>
                <a:latin typeface="Arial"/>
                <a:ea typeface="Arial"/>
                <a:cs typeface="Arial"/>
              </a:defRPr>
            </a:lvl8pPr>
            <a:lvl9pPr>
              <a:defRPr sz="2100" b="0">
                <a:solidFill>
                  <a:srgbClr val="243542"/>
                </a:solidFill>
                <a:latin typeface="Arial"/>
                <a:ea typeface="Arial"/>
                <a:cs typeface="Arial"/>
              </a:defRPr>
            </a:lvl9pPr>
          </a:lstStyle>
          <a:p xmlns:a="http://schemas.openxmlformats.org/drawingml/2006/main">
            <a:pPr>
              <a:defRPr sz="2100" b="0">
                <a:solidFill>
                  <a:srgbClr val="243542"/>
                </a:solidFill>
                <a:latin typeface="Arial"/>
                <a:ea typeface="Arial"/>
                <a:cs typeface="Arial"/>
              </a:defRPr>
            </a:pPr>
            <a:r>
              <a:rPr sz="2100" b="0">
                <a:solidFill>
                  <a:srgbClr val="243542"/>
                </a:solidFill>
                <a:latin typeface="Arial"/>
                <a:ea typeface="Arial"/>
                <a:cs typeface="Arial"/>
              </a:rPr>
              <a:t>9 083,03 $ TTC. La facture mentionne une mise en route et des ajustements.</a:t>
            </a:r>
          </a:p>
        </p:txBody>
      </p:sp>
      <p:sp>
        <p:nvSpPr>
          <p:cNvPr id="9" name="">
            <a:extLst xmlns:a="http://schemas.openxmlformats.org/drawingml/2006/main">
              <a:ext uri="{FF2B5EF4-FFF2-40B4-BE49-F238E27FC236}">
                <a16:creationId xmlns:a16="http://schemas.microsoft.com/office/drawing/2014/main" id="{6FB0DE5A-6FED-46BA-8F71-FE18311A8F58}"/>
              </a:ext>
            </a:extLst>
          </p:cNvPr>
          <p:cNvSpPr>
            <a:spLocks xmlns:a="http://schemas.openxmlformats.org/drawingml/2006/main" noGrp="1"/>
          </p:cNvSpPr>
          <p:nvPr/>
        </p:nvSpPr>
        <p:spPr>
          <a:xfrm xmlns:a="http://schemas.openxmlformats.org/drawingml/2006/main">
            <a:off x="6191250" y="3657600"/>
            <a:ext cx="5334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CKS N82145 — 26 novembre 2024</a:t>
            </a:r>
          </a:p>
        </p:txBody>
      </p:sp>
      <p:sp>
        <p:nvSpPr>
          <p:cNvPr id="10" name="">
            <a:extLst xmlns:a="http://schemas.openxmlformats.org/drawingml/2006/main">
              <a:ext uri="{FF2B5EF4-FFF2-40B4-BE49-F238E27FC236}">
                <a16:creationId xmlns:a16="http://schemas.microsoft.com/office/drawing/2014/main" id="{67F7D522-DDF9-4A3C-813F-6B2964E2AED5}"/>
              </a:ext>
            </a:extLst>
          </p:cNvPr>
          <p:cNvSpPr>
            <a:spLocks xmlns:a="http://schemas.openxmlformats.org/drawingml/2006/main" noGrp="1"/>
          </p:cNvSpPr>
          <p:nvPr/>
        </p:nvSpPr>
        <p:spPr>
          <a:xfrm xmlns:a="http://schemas.openxmlformats.org/drawingml/2006/main">
            <a:off x="6191250" y="4362450"/>
            <a:ext cx="5286375"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43542"/>
                </a:solidFill>
                <a:latin typeface="Arial"/>
                <a:ea typeface="Arial"/>
                <a:cs typeface="Arial"/>
              </a:defRPr>
            </a:defPPr>
            <a:lvl1pPr>
              <a:defRPr sz="2100" b="0">
                <a:solidFill>
                  <a:srgbClr val="243542"/>
                </a:solidFill>
                <a:latin typeface="Arial"/>
                <a:ea typeface="Arial"/>
                <a:cs typeface="Arial"/>
              </a:defRPr>
            </a:lvl1pPr>
            <a:lvl2pPr>
              <a:defRPr sz="2100" b="0">
                <a:solidFill>
                  <a:srgbClr val="243542"/>
                </a:solidFill>
                <a:latin typeface="Arial"/>
                <a:ea typeface="Arial"/>
                <a:cs typeface="Arial"/>
              </a:defRPr>
            </a:lvl2pPr>
            <a:lvl3pPr>
              <a:defRPr sz="2100" b="0">
                <a:solidFill>
                  <a:srgbClr val="243542"/>
                </a:solidFill>
                <a:latin typeface="Arial"/>
                <a:ea typeface="Arial"/>
                <a:cs typeface="Arial"/>
              </a:defRPr>
            </a:lvl3pPr>
            <a:lvl4pPr>
              <a:defRPr sz="2100" b="0">
                <a:solidFill>
                  <a:srgbClr val="243542"/>
                </a:solidFill>
                <a:latin typeface="Arial"/>
                <a:ea typeface="Arial"/>
                <a:cs typeface="Arial"/>
              </a:defRPr>
            </a:lvl4pPr>
            <a:lvl5pPr>
              <a:defRPr sz="2100" b="0">
                <a:solidFill>
                  <a:srgbClr val="243542"/>
                </a:solidFill>
                <a:latin typeface="Arial"/>
                <a:ea typeface="Arial"/>
                <a:cs typeface="Arial"/>
              </a:defRPr>
            </a:lvl5pPr>
            <a:lvl6pPr>
              <a:defRPr sz="2100" b="0">
                <a:solidFill>
                  <a:srgbClr val="243542"/>
                </a:solidFill>
                <a:latin typeface="Arial"/>
                <a:ea typeface="Arial"/>
                <a:cs typeface="Arial"/>
              </a:defRPr>
            </a:lvl6pPr>
            <a:lvl7pPr>
              <a:defRPr sz="2100" b="0">
                <a:solidFill>
                  <a:srgbClr val="243542"/>
                </a:solidFill>
                <a:latin typeface="Arial"/>
                <a:ea typeface="Arial"/>
                <a:cs typeface="Arial"/>
              </a:defRPr>
            </a:lvl7pPr>
            <a:lvl8pPr>
              <a:defRPr sz="2100" b="0">
                <a:solidFill>
                  <a:srgbClr val="243542"/>
                </a:solidFill>
                <a:latin typeface="Arial"/>
                <a:ea typeface="Arial"/>
                <a:cs typeface="Arial"/>
              </a:defRPr>
            </a:lvl8pPr>
            <a:lvl9pPr>
              <a:defRPr sz="2100" b="0">
                <a:solidFill>
                  <a:srgbClr val="243542"/>
                </a:solidFill>
                <a:latin typeface="Arial"/>
                <a:ea typeface="Arial"/>
                <a:cs typeface="Arial"/>
              </a:defRPr>
            </a:lvl9pPr>
          </a:lstStyle>
          <a:p xmlns:a="http://schemas.openxmlformats.org/drawingml/2006/main">
            <a:pPr>
              <a:defRPr sz="2100" b="0">
                <a:solidFill>
                  <a:srgbClr val="243542"/>
                </a:solidFill>
                <a:latin typeface="Arial"/>
                <a:ea typeface="Arial"/>
                <a:cs typeface="Arial"/>
              </a:defRPr>
            </a:pPr>
            <a:r>
              <a:rPr sz="2100" b="0">
                <a:solidFill>
                  <a:srgbClr val="243542"/>
                </a:solidFill>
                <a:latin typeface="Arial"/>
                <a:ea typeface="Arial"/>
                <a:cs typeface="Arial"/>
              </a:rPr>
              <a:t>7 704,10 $ TTC, document marqué payé. Il recommande le remplacement du PS360WB.</a:t>
            </a:r>
          </a:p>
        </p:txBody>
      </p:sp>
      <p:sp>
        <p:nvSpPr>
          <p:cNvPr id="11" name="">
            <a:extLst xmlns:a="http://schemas.openxmlformats.org/drawingml/2006/main">
              <a:ext uri="{FF2B5EF4-FFF2-40B4-BE49-F238E27FC236}">
                <a16:creationId xmlns:a16="http://schemas.microsoft.com/office/drawing/2014/main" id="{02C5F809-DDBE-45EC-8586-7488EAEA13D2}"/>
              </a:ext>
            </a:extLst>
          </p:cNvPr>
          <p:cNvSpPr>
            <a:spLocks xmlns:a="http://schemas.openxmlformats.org/drawingml/2006/main" noGrp="1"/>
          </p:cNvSpPr>
          <p:nvPr/>
        </p:nvSpPr>
        <p:spPr>
          <a:xfrm xmlns:a="http://schemas.openxmlformats.org/drawingml/2006/main">
            <a:off x="6191250" y="5581650"/>
            <a:ext cx="5286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7324D"/>
                </a:solidFill>
                <a:latin typeface="Arial"/>
                <a:ea typeface="Arial"/>
                <a:cs typeface="Arial"/>
              </a:defRPr>
            </a:defPPr>
            <a:lvl1pPr>
              <a:defRPr sz="1875" b="0">
                <a:solidFill>
                  <a:srgbClr val="17324D"/>
                </a:solidFill>
                <a:latin typeface="Arial"/>
                <a:ea typeface="Arial"/>
                <a:cs typeface="Arial"/>
              </a:defRPr>
            </a:lvl1pPr>
            <a:lvl2pPr>
              <a:defRPr sz="1875" b="0">
                <a:solidFill>
                  <a:srgbClr val="17324D"/>
                </a:solidFill>
                <a:latin typeface="Arial"/>
                <a:ea typeface="Arial"/>
                <a:cs typeface="Arial"/>
              </a:defRPr>
            </a:lvl2pPr>
            <a:lvl3pPr>
              <a:defRPr sz="1875" b="0">
                <a:solidFill>
                  <a:srgbClr val="17324D"/>
                </a:solidFill>
                <a:latin typeface="Arial"/>
                <a:ea typeface="Arial"/>
                <a:cs typeface="Arial"/>
              </a:defRPr>
            </a:lvl3pPr>
            <a:lvl4pPr>
              <a:defRPr sz="1875" b="0">
                <a:solidFill>
                  <a:srgbClr val="17324D"/>
                </a:solidFill>
                <a:latin typeface="Arial"/>
                <a:ea typeface="Arial"/>
                <a:cs typeface="Arial"/>
              </a:defRPr>
            </a:lvl4pPr>
            <a:lvl5pPr>
              <a:defRPr sz="1875" b="0">
                <a:solidFill>
                  <a:srgbClr val="17324D"/>
                </a:solidFill>
                <a:latin typeface="Arial"/>
                <a:ea typeface="Arial"/>
                <a:cs typeface="Arial"/>
              </a:defRPr>
            </a:lvl5pPr>
            <a:lvl6pPr>
              <a:defRPr sz="1875" b="0">
                <a:solidFill>
                  <a:srgbClr val="17324D"/>
                </a:solidFill>
                <a:latin typeface="Arial"/>
                <a:ea typeface="Arial"/>
                <a:cs typeface="Arial"/>
              </a:defRPr>
            </a:lvl6pPr>
            <a:lvl7pPr>
              <a:defRPr sz="1875" b="0">
                <a:solidFill>
                  <a:srgbClr val="17324D"/>
                </a:solidFill>
                <a:latin typeface="Arial"/>
                <a:ea typeface="Arial"/>
                <a:cs typeface="Arial"/>
              </a:defRPr>
            </a:lvl7pPr>
            <a:lvl8pPr>
              <a:defRPr sz="1875" b="0">
                <a:solidFill>
                  <a:srgbClr val="17324D"/>
                </a:solidFill>
                <a:latin typeface="Arial"/>
                <a:ea typeface="Arial"/>
                <a:cs typeface="Arial"/>
              </a:defRPr>
            </a:lvl8pPr>
            <a:lvl9pPr>
              <a:defRPr sz="1875" b="0">
                <a:solidFill>
                  <a:srgbClr val="17324D"/>
                </a:solidFill>
                <a:latin typeface="Arial"/>
                <a:ea typeface="Arial"/>
                <a:cs typeface="Arial"/>
              </a:defRPr>
            </a:lvl9pPr>
          </a:lstStyle>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Identifier le four, l’étage et les travaux achevés avant juin 2025.</a:t>
            </a:r>
          </a:p>
        </p:txBody>
      </p:sp>
    </p:spTree>
    <p:extLst>
      <p:ext uri="{BB962C8B-B14F-4D97-AF65-F5344CB8AC3E}">
        <p14:creationId xmlns:p14="http://schemas.microsoft.com/office/powerpoint/2010/main" val="64938866"/>
      </p:ext>
    </p:extLst>
  </p:cSld>
</p:sld>
</file>

<file path=ppt/slides/slide8.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34A46C8-8C3B-449E-9A0E-770CF6E00DAC}"/>
              </a:ext>
            </a:extLst>
          </p:cNvPr>
          <p:cNvSpPr>
            <a:spLocks xmlns:a="http://schemas.openxmlformats.org/drawingml/2006/main" noGrp="1"/>
          </p:cNvSpPr>
          <p:nvPr/>
        </p:nvSpPr>
        <p:spPr>
          <a:xfrm xmlns:a="http://schemas.openxmlformats.org/drawingml/2006/main">
            <a:off x="609600" y="4381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24D"/>
                </a:solidFill>
                <a:latin typeface="Arial"/>
                <a:ea typeface="Arial"/>
                <a:cs typeface="Arial"/>
              </a:defRPr>
            </a:defPPr>
            <a:lvl1pPr>
              <a:defRPr sz="3300" b="1">
                <a:solidFill>
                  <a:srgbClr val="17324D"/>
                </a:solidFill>
                <a:latin typeface="Arial"/>
                <a:ea typeface="Arial"/>
                <a:cs typeface="Arial"/>
              </a:defRPr>
            </a:lvl1pPr>
            <a:lvl2pPr>
              <a:defRPr sz="3300" b="1">
                <a:solidFill>
                  <a:srgbClr val="17324D"/>
                </a:solidFill>
                <a:latin typeface="Arial"/>
                <a:ea typeface="Arial"/>
                <a:cs typeface="Arial"/>
              </a:defRPr>
            </a:lvl2pPr>
            <a:lvl3pPr>
              <a:defRPr sz="3300" b="1">
                <a:solidFill>
                  <a:srgbClr val="17324D"/>
                </a:solidFill>
                <a:latin typeface="Arial"/>
                <a:ea typeface="Arial"/>
                <a:cs typeface="Arial"/>
              </a:defRPr>
            </a:lvl3pPr>
            <a:lvl4pPr>
              <a:defRPr sz="3300" b="1">
                <a:solidFill>
                  <a:srgbClr val="17324D"/>
                </a:solidFill>
                <a:latin typeface="Arial"/>
                <a:ea typeface="Arial"/>
                <a:cs typeface="Arial"/>
              </a:defRPr>
            </a:lvl4pPr>
            <a:lvl5pPr>
              <a:defRPr sz="3300" b="1">
                <a:solidFill>
                  <a:srgbClr val="17324D"/>
                </a:solidFill>
                <a:latin typeface="Arial"/>
                <a:ea typeface="Arial"/>
                <a:cs typeface="Arial"/>
              </a:defRPr>
            </a:lvl5pPr>
            <a:lvl6pPr>
              <a:defRPr sz="3300" b="1">
                <a:solidFill>
                  <a:srgbClr val="17324D"/>
                </a:solidFill>
                <a:latin typeface="Arial"/>
                <a:ea typeface="Arial"/>
                <a:cs typeface="Arial"/>
              </a:defRPr>
            </a:lvl6pPr>
            <a:lvl7pPr>
              <a:defRPr sz="3300" b="1">
                <a:solidFill>
                  <a:srgbClr val="17324D"/>
                </a:solidFill>
                <a:latin typeface="Arial"/>
                <a:ea typeface="Arial"/>
                <a:cs typeface="Arial"/>
              </a:defRPr>
            </a:lvl7pPr>
            <a:lvl8pPr>
              <a:defRPr sz="3300" b="1">
                <a:solidFill>
                  <a:srgbClr val="17324D"/>
                </a:solidFill>
                <a:latin typeface="Arial"/>
                <a:ea typeface="Arial"/>
                <a:cs typeface="Arial"/>
              </a:defRPr>
            </a:lvl8pPr>
            <a:lvl9pPr>
              <a:defRPr sz="3300" b="1">
                <a:solidFill>
                  <a:srgbClr val="17324D"/>
                </a:solidFill>
                <a:latin typeface="Arial"/>
                <a:ea typeface="Arial"/>
                <a:cs typeface="Arial"/>
              </a:defRPr>
            </a:lvl9pPr>
          </a:lstStyle>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Chiffrer les dommages nouveaux</a:t>
            </a:r>
          </a:p>
        </p:txBody>
      </p:sp>
      <p:sp>
        <p:nvSpPr>
          <p:cNvPr id="2" name="">
            <a:extLst xmlns:a="http://schemas.openxmlformats.org/drawingml/2006/main">
              <a:ext uri="{FF2B5EF4-FFF2-40B4-BE49-F238E27FC236}">
                <a16:creationId xmlns:a16="http://schemas.microsoft.com/office/drawing/2014/main" id="{5A81459E-8A45-4256-9286-AC80C0111C72}"/>
              </a:ext>
            </a:extLst>
          </p:cNvPr>
          <p:cNvSpPr>
            <a:spLocks xmlns:a="http://schemas.openxmlformats.org/drawingml/2006/main" noGrp="1"/>
          </p:cNvSpPr>
          <p:nvPr/>
        </p:nvSpPr>
        <p:spPr>
          <a:xfrm xmlns:a="http://schemas.openxmlformats.org/drawingml/2006/main">
            <a:off x="628650" y="116205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16374"/>
                </a:solidFill>
                <a:latin typeface="Arial"/>
                <a:ea typeface="Arial"/>
                <a:cs typeface="Arial"/>
              </a:defRPr>
            </a:defPPr>
            <a:lvl1pPr>
              <a:defRPr sz="1725" b="0">
                <a:solidFill>
                  <a:srgbClr val="516374"/>
                </a:solidFill>
                <a:latin typeface="Arial"/>
                <a:ea typeface="Arial"/>
                <a:cs typeface="Arial"/>
              </a:defRPr>
            </a:lvl1pPr>
            <a:lvl2pPr>
              <a:defRPr sz="1725" b="0">
                <a:solidFill>
                  <a:srgbClr val="516374"/>
                </a:solidFill>
                <a:latin typeface="Arial"/>
                <a:ea typeface="Arial"/>
                <a:cs typeface="Arial"/>
              </a:defRPr>
            </a:lvl2pPr>
            <a:lvl3pPr>
              <a:defRPr sz="1725" b="0">
                <a:solidFill>
                  <a:srgbClr val="516374"/>
                </a:solidFill>
                <a:latin typeface="Arial"/>
                <a:ea typeface="Arial"/>
                <a:cs typeface="Arial"/>
              </a:defRPr>
            </a:lvl3pPr>
            <a:lvl4pPr>
              <a:defRPr sz="1725" b="0">
                <a:solidFill>
                  <a:srgbClr val="516374"/>
                </a:solidFill>
                <a:latin typeface="Arial"/>
                <a:ea typeface="Arial"/>
                <a:cs typeface="Arial"/>
              </a:defRPr>
            </a:lvl4pPr>
            <a:lvl5pPr>
              <a:defRPr sz="1725" b="0">
                <a:solidFill>
                  <a:srgbClr val="516374"/>
                </a:solidFill>
                <a:latin typeface="Arial"/>
                <a:ea typeface="Arial"/>
                <a:cs typeface="Arial"/>
              </a:defRPr>
            </a:lvl5pPr>
            <a:lvl6pPr>
              <a:defRPr sz="1725" b="0">
                <a:solidFill>
                  <a:srgbClr val="516374"/>
                </a:solidFill>
                <a:latin typeface="Arial"/>
                <a:ea typeface="Arial"/>
                <a:cs typeface="Arial"/>
              </a:defRPr>
            </a:lvl6pPr>
            <a:lvl7pPr>
              <a:defRPr sz="1725" b="0">
                <a:solidFill>
                  <a:srgbClr val="516374"/>
                </a:solidFill>
                <a:latin typeface="Arial"/>
                <a:ea typeface="Arial"/>
                <a:cs typeface="Arial"/>
              </a:defRPr>
            </a:lvl7pPr>
            <a:lvl8pPr>
              <a:defRPr sz="1725" b="0">
                <a:solidFill>
                  <a:srgbClr val="516374"/>
                </a:solidFill>
                <a:latin typeface="Arial"/>
                <a:ea typeface="Arial"/>
                <a:cs typeface="Arial"/>
              </a:defRPr>
            </a:lvl8pPr>
            <a:lvl9pPr>
              <a:defRPr sz="1725" b="0">
                <a:solidFill>
                  <a:srgbClr val="516374"/>
                </a:solidFill>
                <a:latin typeface="Arial"/>
                <a:ea typeface="Arial"/>
                <a:cs typeface="Arial"/>
              </a:defRPr>
            </a:lvl9pPr>
          </a:lstStyle>
          <a:p xmlns:a="http://schemas.openxmlformats.org/drawingml/2006/main">
            <a:pPr>
              <a:defRPr sz="1725" b="0">
                <a:solidFill>
                  <a:srgbClr val="516374"/>
                </a:solidFill>
                <a:latin typeface="Arial"/>
                <a:ea typeface="Arial"/>
                <a:cs typeface="Arial"/>
              </a:defRPr>
            </a:pPr>
            <a:r>
              <a:rPr sz="1725" b="0">
                <a:solidFill>
                  <a:srgbClr val="516374"/>
                </a:solidFill>
                <a:latin typeface="Arial"/>
                <a:ea typeface="Arial"/>
                <a:cs typeface="Arial"/>
              </a:rPr>
              <a:t>27 rubriques du registre existant à documenter, parfois plusieurs objets par rubrique</a:t>
            </a:r>
          </a:p>
        </p:txBody>
      </p:sp>
      <p:sp>
        <p:nvSpPr>
          <p:cNvPr id="3" name="">
            <a:extLst xmlns:a="http://schemas.openxmlformats.org/drawingml/2006/main">
              <a:ext uri="{FF2B5EF4-FFF2-40B4-BE49-F238E27FC236}">
                <a16:creationId xmlns:a16="http://schemas.microsoft.com/office/drawing/2014/main" id="{40CA22C0-0099-4A9C-B340-369B52262BF6}"/>
              </a:ext>
            </a:extLst>
          </p:cNvPr>
          <p:cNvSpPr>
            <a:spLocks xmlns:a="http://schemas.openxmlformats.org/drawingml/2006/main" noGrp="1"/>
          </p:cNvSpPr>
          <p:nvPr/>
        </p:nvSpPr>
        <p:spPr>
          <a:xfrm xmlns:a="http://schemas.openxmlformats.org/drawingml/2006/main">
            <a:off x="609600" y="643890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16374"/>
                </a:solidFill>
                <a:latin typeface="Arial"/>
                <a:ea typeface="Arial"/>
                <a:cs typeface="Arial"/>
              </a:defRPr>
            </a:defPPr>
            <a:lvl1pPr>
              <a:defRPr sz="1125" b="0">
                <a:solidFill>
                  <a:srgbClr val="516374"/>
                </a:solidFill>
                <a:latin typeface="Arial"/>
                <a:ea typeface="Arial"/>
                <a:cs typeface="Arial"/>
              </a:defRPr>
            </a:lvl1pPr>
            <a:lvl2pPr>
              <a:defRPr sz="1125" b="0">
                <a:solidFill>
                  <a:srgbClr val="516374"/>
                </a:solidFill>
                <a:latin typeface="Arial"/>
                <a:ea typeface="Arial"/>
                <a:cs typeface="Arial"/>
              </a:defRPr>
            </a:lvl2pPr>
            <a:lvl3pPr>
              <a:defRPr sz="1125" b="0">
                <a:solidFill>
                  <a:srgbClr val="516374"/>
                </a:solidFill>
                <a:latin typeface="Arial"/>
                <a:ea typeface="Arial"/>
                <a:cs typeface="Arial"/>
              </a:defRPr>
            </a:lvl3pPr>
            <a:lvl4pPr>
              <a:defRPr sz="1125" b="0">
                <a:solidFill>
                  <a:srgbClr val="516374"/>
                </a:solidFill>
                <a:latin typeface="Arial"/>
                <a:ea typeface="Arial"/>
                <a:cs typeface="Arial"/>
              </a:defRPr>
            </a:lvl4pPr>
            <a:lvl5pPr>
              <a:defRPr sz="1125" b="0">
                <a:solidFill>
                  <a:srgbClr val="516374"/>
                </a:solidFill>
                <a:latin typeface="Arial"/>
                <a:ea typeface="Arial"/>
                <a:cs typeface="Arial"/>
              </a:defRPr>
            </a:lvl5pPr>
            <a:lvl6pPr>
              <a:defRPr sz="1125" b="0">
                <a:solidFill>
                  <a:srgbClr val="516374"/>
                </a:solidFill>
                <a:latin typeface="Arial"/>
                <a:ea typeface="Arial"/>
                <a:cs typeface="Arial"/>
              </a:defRPr>
            </a:lvl6pPr>
            <a:lvl7pPr>
              <a:defRPr sz="1125" b="0">
                <a:solidFill>
                  <a:srgbClr val="516374"/>
                </a:solidFill>
                <a:latin typeface="Arial"/>
                <a:ea typeface="Arial"/>
                <a:cs typeface="Arial"/>
              </a:defRPr>
            </a:lvl7pPr>
            <a:lvl8pPr>
              <a:defRPr sz="1125" b="0">
                <a:solidFill>
                  <a:srgbClr val="516374"/>
                </a:solidFill>
                <a:latin typeface="Arial"/>
                <a:ea typeface="Arial"/>
                <a:cs typeface="Arial"/>
              </a:defRPr>
            </a:lvl8pPr>
            <a:lvl9pPr>
              <a:defRPr sz="1125" b="0">
                <a:solidFill>
                  <a:srgbClr val="516374"/>
                </a:solidFill>
                <a:latin typeface="Arial"/>
                <a:ea typeface="Arial"/>
                <a:cs typeface="Arial"/>
              </a:defRPr>
            </a:lvl9pPr>
          </a:lstStyle>
          <a:p xmlns:a="http://schemas.openxmlformats.org/drawingml/2006/main">
            <a:pPr>
              <a:defRPr sz="1125" b="0">
                <a:solidFill>
                  <a:srgbClr val="516374"/>
                </a:solidFill>
                <a:latin typeface="Arial"/>
                <a:ea typeface="Arial"/>
                <a:cs typeface="Arial"/>
              </a:defRPr>
            </a:pPr>
            <a:r>
              <a:rPr sz="1125" b="0">
                <a:solidFill>
                  <a:srgbClr val="516374"/>
                </a:solidFill>
                <a:latin typeface="Arial"/>
                <a:ea typeface="Arial"/>
                <a:cs typeface="Arial"/>
              </a:rPr>
              <a:t>6241 boulevard Léger  |  21 octobre 2026</a:t>
            </a:r>
          </a:p>
        </p:txBody>
      </p:sp>
      <p:sp>
        <p:nvSpPr>
          <p:cNvPr id="4" name="">
            <a:extLst xmlns:a="http://schemas.openxmlformats.org/drawingml/2006/main">
              <a:ext uri="{FF2B5EF4-FFF2-40B4-BE49-F238E27FC236}">
                <a16:creationId xmlns:a16="http://schemas.microsoft.com/office/drawing/2014/main" id="{64B26706-F45F-4A61-B34E-F0CFE1494F98}"/>
              </a:ext>
            </a:extLst>
          </p:cNvPr>
          <p:cNvSpPr>
            <a:spLocks xmlns:a="http://schemas.openxmlformats.org/drawingml/2006/main" noGrp="1"/>
          </p:cNvSpPr>
          <p:nvPr/>
        </p:nvSpPr>
        <p:spPr>
          <a:xfrm xmlns:a="http://schemas.openxmlformats.org/drawingml/2006/main">
            <a:off x="11096625" y="64008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16374"/>
                </a:solidFill>
                <a:latin typeface="Arial"/>
                <a:ea typeface="Arial"/>
                <a:cs typeface="Arial"/>
              </a:defRPr>
            </a:defPPr>
            <a:lvl1pPr>
              <a:defRPr sz="1350" b="0">
                <a:solidFill>
                  <a:srgbClr val="516374"/>
                </a:solidFill>
                <a:latin typeface="Arial"/>
                <a:ea typeface="Arial"/>
                <a:cs typeface="Arial"/>
              </a:defRPr>
            </a:lvl1pPr>
            <a:lvl2pPr>
              <a:defRPr sz="1350" b="0">
                <a:solidFill>
                  <a:srgbClr val="516374"/>
                </a:solidFill>
                <a:latin typeface="Arial"/>
                <a:ea typeface="Arial"/>
                <a:cs typeface="Arial"/>
              </a:defRPr>
            </a:lvl2pPr>
            <a:lvl3pPr>
              <a:defRPr sz="1350" b="0">
                <a:solidFill>
                  <a:srgbClr val="516374"/>
                </a:solidFill>
                <a:latin typeface="Arial"/>
                <a:ea typeface="Arial"/>
                <a:cs typeface="Arial"/>
              </a:defRPr>
            </a:lvl3pPr>
            <a:lvl4pPr>
              <a:defRPr sz="1350" b="0">
                <a:solidFill>
                  <a:srgbClr val="516374"/>
                </a:solidFill>
                <a:latin typeface="Arial"/>
                <a:ea typeface="Arial"/>
                <a:cs typeface="Arial"/>
              </a:defRPr>
            </a:lvl4pPr>
            <a:lvl5pPr>
              <a:defRPr sz="1350" b="0">
                <a:solidFill>
                  <a:srgbClr val="516374"/>
                </a:solidFill>
                <a:latin typeface="Arial"/>
                <a:ea typeface="Arial"/>
                <a:cs typeface="Arial"/>
              </a:defRPr>
            </a:lvl5pPr>
            <a:lvl6pPr>
              <a:defRPr sz="1350" b="0">
                <a:solidFill>
                  <a:srgbClr val="516374"/>
                </a:solidFill>
                <a:latin typeface="Arial"/>
                <a:ea typeface="Arial"/>
                <a:cs typeface="Arial"/>
              </a:defRPr>
            </a:lvl6pPr>
            <a:lvl7pPr>
              <a:defRPr sz="1350" b="0">
                <a:solidFill>
                  <a:srgbClr val="516374"/>
                </a:solidFill>
                <a:latin typeface="Arial"/>
                <a:ea typeface="Arial"/>
                <a:cs typeface="Arial"/>
              </a:defRPr>
            </a:lvl7pPr>
            <a:lvl8pPr>
              <a:defRPr sz="1350" b="0">
                <a:solidFill>
                  <a:srgbClr val="516374"/>
                </a:solidFill>
                <a:latin typeface="Arial"/>
                <a:ea typeface="Arial"/>
                <a:cs typeface="Arial"/>
              </a:defRPr>
            </a:lvl8pPr>
            <a:lvl9pPr>
              <a:defRPr sz="1350" b="0">
                <a:solidFill>
                  <a:srgbClr val="516374"/>
                </a:solidFill>
                <a:latin typeface="Arial"/>
                <a:ea typeface="Arial"/>
                <a:cs typeface="Arial"/>
              </a:defRPr>
            </a:lvl9pPr>
          </a:lstStyle>
          <a:p xmlns:a="http://schemas.openxmlformats.org/drawingml/2006/main">
            <a:pPr>
              <a:defRPr sz="1350" b="0">
                <a:solidFill>
                  <a:srgbClr val="516374"/>
                </a:solidFill>
                <a:latin typeface="Arial"/>
                <a:ea typeface="Arial"/>
                <a:cs typeface="Arial"/>
              </a:defRPr>
            </a:pPr>
            <a:r>
              <a:rPr sz="1350" b="0">
                <a:solidFill>
                  <a:srgbClr val="516374"/>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1C1E25DB-B8AA-44A0-8194-EFDC39A907E1}"/>
              </a:ext>
            </a:extLst>
          </p:cNvPr>
          <p:cNvSpPr>
            <a:spLocks xmlns:a="http://schemas.openxmlformats.org/drawingml/2006/main" noGrp="1"/>
          </p:cNvSpPr>
          <p:nvPr/>
        </p:nvSpPr>
        <p:spPr>
          <a:xfrm xmlns:a="http://schemas.openxmlformats.org/drawingml/2006/main">
            <a:off x="628650" y="1952625"/>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7324D"/>
                </a:solidFill>
                <a:latin typeface="Arial"/>
                <a:ea typeface="Arial"/>
                <a:cs typeface="Arial"/>
              </a:defRPr>
            </a:defPPr>
            <a:lvl1pPr>
              <a:defRPr sz="2625" b="1">
                <a:solidFill>
                  <a:srgbClr val="17324D"/>
                </a:solidFill>
                <a:latin typeface="Arial"/>
                <a:ea typeface="Arial"/>
                <a:cs typeface="Arial"/>
              </a:defRPr>
            </a:lvl1pPr>
            <a:lvl2pPr>
              <a:defRPr sz="2625" b="1">
                <a:solidFill>
                  <a:srgbClr val="17324D"/>
                </a:solidFill>
                <a:latin typeface="Arial"/>
                <a:ea typeface="Arial"/>
                <a:cs typeface="Arial"/>
              </a:defRPr>
            </a:lvl2pPr>
            <a:lvl3pPr>
              <a:defRPr sz="2625" b="1">
                <a:solidFill>
                  <a:srgbClr val="17324D"/>
                </a:solidFill>
                <a:latin typeface="Arial"/>
                <a:ea typeface="Arial"/>
                <a:cs typeface="Arial"/>
              </a:defRPr>
            </a:lvl3pPr>
            <a:lvl4pPr>
              <a:defRPr sz="2625" b="1">
                <a:solidFill>
                  <a:srgbClr val="17324D"/>
                </a:solidFill>
                <a:latin typeface="Arial"/>
                <a:ea typeface="Arial"/>
                <a:cs typeface="Arial"/>
              </a:defRPr>
            </a:lvl4pPr>
            <a:lvl5pPr>
              <a:defRPr sz="2625" b="1">
                <a:solidFill>
                  <a:srgbClr val="17324D"/>
                </a:solidFill>
                <a:latin typeface="Arial"/>
                <a:ea typeface="Arial"/>
                <a:cs typeface="Arial"/>
              </a:defRPr>
            </a:lvl5pPr>
            <a:lvl6pPr>
              <a:defRPr sz="2625" b="1">
                <a:solidFill>
                  <a:srgbClr val="17324D"/>
                </a:solidFill>
                <a:latin typeface="Arial"/>
                <a:ea typeface="Arial"/>
                <a:cs typeface="Arial"/>
              </a:defRPr>
            </a:lvl6pPr>
            <a:lvl7pPr>
              <a:defRPr sz="2625" b="1">
                <a:solidFill>
                  <a:srgbClr val="17324D"/>
                </a:solidFill>
                <a:latin typeface="Arial"/>
                <a:ea typeface="Arial"/>
                <a:cs typeface="Arial"/>
              </a:defRPr>
            </a:lvl7pPr>
            <a:lvl8pPr>
              <a:defRPr sz="2625" b="1">
                <a:solidFill>
                  <a:srgbClr val="17324D"/>
                </a:solidFill>
                <a:latin typeface="Arial"/>
                <a:ea typeface="Arial"/>
                <a:cs typeface="Arial"/>
              </a:defRPr>
            </a:lvl8pPr>
            <a:lvl9pPr>
              <a:defRPr sz="2625" b="1">
                <a:solidFill>
                  <a:srgbClr val="17324D"/>
                </a:solidFill>
                <a:latin typeface="Arial"/>
                <a:ea typeface="Arial"/>
                <a:cs typeface="Arial"/>
              </a:defRPr>
            </a:lvl9pPr>
          </a:lstStyle>
          <a:p xmlns:a="http://schemas.openxmlformats.org/drawingml/2006/main">
            <a:pPr>
              <a:defRPr sz="2625" b="1">
                <a:solidFill>
                  <a:srgbClr val="17324D"/>
                </a:solidFill>
                <a:latin typeface="Arial"/>
                <a:ea typeface="Arial"/>
                <a:cs typeface="Arial"/>
              </a:defRPr>
            </a:pPr>
            <a:r>
              <a:rPr sz="2625" b="1">
                <a:solidFill>
                  <a:srgbClr val="17324D"/>
                </a:solidFill>
                <a:latin typeface="Arial"/>
                <a:ea typeface="Arial"/>
                <a:cs typeface="Arial"/>
              </a:rPr>
              <a:t>Coût justifié hors taxes</a:t>
            </a:r>
          </a:p>
        </p:txBody>
      </p:sp>
      <p:sp>
        <p:nvSpPr>
          <p:cNvPr id="6" name="">
            <a:extLst xmlns:a="http://schemas.openxmlformats.org/drawingml/2006/main">
              <a:ext uri="{FF2B5EF4-FFF2-40B4-BE49-F238E27FC236}">
                <a16:creationId xmlns:a16="http://schemas.microsoft.com/office/drawing/2014/main" id="{4BC91F1E-3F62-451F-8FBB-8854A1C6D583}"/>
              </a:ext>
            </a:extLst>
          </p:cNvPr>
          <p:cNvSpPr>
            <a:spLocks xmlns:a="http://schemas.openxmlformats.org/drawingml/2006/main" noGrp="1"/>
          </p:cNvSpPr>
          <p:nvPr/>
        </p:nvSpPr>
        <p:spPr>
          <a:xfrm xmlns:a="http://schemas.openxmlformats.org/drawingml/2006/main">
            <a:off x="628650" y="260032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243542"/>
                </a:solidFill>
                <a:latin typeface="Arial"/>
                <a:ea typeface="Arial"/>
                <a:cs typeface="Arial"/>
              </a:defRPr>
            </a:defPPr>
            <a:lvl1pPr>
              <a:defRPr sz="2250" b="0">
                <a:solidFill>
                  <a:srgbClr val="243542"/>
                </a:solidFill>
                <a:latin typeface="Arial"/>
                <a:ea typeface="Arial"/>
                <a:cs typeface="Arial"/>
              </a:defRPr>
            </a:lvl1pPr>
            <a:lvl2pPr>
              <a:defRPr sz="2250" b="0">
                <a:solidFill>
                  <a:srgbClr val="243542"/>
                </a:solidFill>
                <a:latin typeface="Arial"/>
                <a:ea typeface="Arial"/>
                <a:cs typeface="Arial"/>
              </a:defRPr>
            </a:lvl2pPr>
            <a:lvl3pPr>
              <a:defRPr sz="2250" b="0">
                <a:solidFill>
                  <a:srgbClr val="243542"/>
                </a:solidFill>
                <a:latin typeface="Arial"/>
                <a:ea typeface="Arial"/>
                <a:cs typeface="Arial"/>
              </a:defRPr>
            </a:lvl3pPr>
            <a:lvl4pPr>
              <a:defRPr sz="2250" b="0">
                <a:solidFill>
                  <a:srgbClr val="243542"/>
                </a:solidFill>
                <a:latin typeface="Arial"/>
                <a:ea typeface="Arial"/>
                <a:cs typeface="Arial"/>
              </a:defRPr>
            </a:lvl4pPr>
            <a:lvl5pPr>
              <a:defRPr sz="2250" b="0">
                <a:solidFill>
                  <a:srgbClr val="243542"/>
                </a:solidFill>
                <a:latin typeface="Arial"/>
                <a:ea typeface="Arial"/>
                <a:cs typeface="Arial"/>
              </a:defRPr>
            </a:lvl5pPr>
            <a:lvl6pPr>
              <a:defRPr sz="2250" b="0">
                <a:solidFill>
                  <a:srgbClr val="243542"/>
                </a:solidFill>
                <a:latin typeface="Arial"/>
                <a:ea typeface="Arial"/>
                <a:cs typeface="Arial"/>
              </a:defRPr>
            </a:lvl6pPr>
            <a:lvl7pPr>
              <a:defRPr sz="2250" b="0">
                <a:solidFill>
                  <a:srgbClr val="243542"/>
                </a:solidFill>
                <a:latin typeface="Arial"/>
                <a:ea typeface="Arial"/>
                <a:cs typeface="Arial"/>
              </a:defRPr>
            </a:lvl7pPr>
            <a:lvl8pPr>
              <a:defRPr sz="2250" b="0">
                <a:solidFill>
                  <a:srgbClr val="243542"/>
                </a:solidFill>
                <a:latin typeface="Arial"/>
                <a:ea typeface="Arial"/>
                <a:cs typeface="Arial"/>
              </a:defRPr>
            </a:lvl8pPr>
            <a:lvl9pPr>
              <a:defRPr sz="2250" b="0">
                <a:solidFill>
                  <a:srgbClr val="243542"/>
                </a:solidFill>
                <a:latin typeface="Arial"/>
                <a:ea typeface="Arial"/>
                <a:cs typeface="Arial"/>
              </a:defRPr>
            </a:lvl9pPr>
          </a:lstStyle>
          <a:p xmlns:a="http://schemas.openxmlformats.org/drawingml/2006/main">
            <a:pPr>
              <a:defRPr sz="2250" b="0">
                <a:solidFill>
                  <a:srgbClr val="243542"/>
                </a:solidFill>
                <a:latin typeface="Arial"/>
                <a:ea typeface="Arial"/>
                <a:cs typeface="Arial"/>
              </a:defRPr>
            </a:pPr>
            <a:r>
              <a:rPr sz="2250" b="0">
                <a:solidFill>
                  <a:srgbClr val="243542"/>
                </a:solidFill>
                <a:latin typeface="Arial"/>
                <a:ea typeface="Arial"/>
                <a:cs typeface="Arial"/>
              </a:rPr>
              <a:t>+ taxes non récupérables justifiées</a:t>
            </a:r>
          </a:p>
        </p:txBody>
      </p:sp>
      <p:sp>
        <p:nvSpPr>
          <p:cNvPr id="7" name="">
            <a:extLst xmlns:a="http://schemas.openxmlformats.org/drawingml/2006/main">
              <a:ext uri="{FF2B5EF4-FFF2-40B4-BE49-F238E27FC236}">
                <a16:creationId xmlns:a16="http://schemas.microsoft.com/office/drawing/2014/main" id="{A06BA83E-4804-472F-A9A0-7FC3F2AB9393}"/>
              </a:ext>
            </a:extLst>
          </p:cNvPr>
          <p:cNvSpPr>
            <a:spLocks xmlns:a="http://schemas.openxmlformats.org/drawingml/2006/main" noGrp="1"/>
          </p:cNvSpPr>
          <p:nvPr/>
        </p:nvSpPr>
        <p:spPr>
          <a:xfrm xmlns:a="http://schemas.openxmlformats.org/drawingml/2006/main">
            <a:off x="628650" y="317182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243542"/>
                </a:solidFill>
                <a:latin typeface="Arial"/>
                <a:ea typeface="Arial"/>
                <a:cs typeface="Arial"/>
              </a:defRPr>
            </a:defPPr>
            <a:lvl1pPr>
              <a:defRPr sz="2250" b="0">
                <a:solidFill>
                  <a:srgbClr val="243542"/>
                </a:solidFill>
                <a:latin typeface="Arial"/>
                <a:ea typeface="Arial"/>
                <a:cs typeface="Arial"/>
              </a:defRPr>
            </a:lvl1pPr>
            <a:lvl2pPr>
              <a:defRPr sz="2250" b="0">
                <a:solidFill>
                  <a:srgbClr val="243542"/>
                </a:solidFill>
                <a:latin typeface="Arial"/>
                <a:ea typeface="Arial"/>
                <a:cs typeface="Arial"/>
              </a:defRPr>
            </a:lvl2pPr>
            <a:lvl3pPr>
              <a:defRPr sz="2250" b="0">
                <a:solidFill>
                  <a:srgbClr val="243542"/>
                </a:solidFill>
                <a:latin typeface="Arial"/>
                <a:ea typeface="Arial"/>
                <a:cs typeface="Arial"/>
              </a:defRPr>
            </a:lvl3pPr>
            <a:lvl4pPr>
              <a:defRPr sz="2250" b="0">
                <a:solidFill>
                  <a:srgbClr val="243542"/>
                </a:solidFill>
                <a:latin typeface="Arial"/>
                <a:ea typeface="Arial"/>
                <a:cs typeface="Arial"/>
              </a:defRPr>
            </a:lvl4pPr>
            <a:lvl5pPr>
              <a:defRPr sz="2250" b="0">
                <a:solidFill>
                  <a:srgbClr val="243542"/>
                </a:solidFill>
                <a:latin typeface="Arial"/>
                <a:ea typeface="Arial"/>
                <a:cs typeface="Arial"/>
              </a:defRPr>
            </a:lvl5pPr>
            <a:lvl6pPr>
              <a:defRPr sz="2250" b="0">
                <a:solidFill>
                  <a:srgbClr val="243542"/>
                </a:solidFill>
                <a:latin typeface="Arial"/>
                <a:ea typeface="Arial"/>
                <a:cs typeface="Arial"/>
              </a:defRPr>
            </a:lvl6pPr>
            <a:lvl7pPr>
              <a:defRPr sz="2250" b="0">
                <a:solidFill>
                  <a:srgbClr val="243542"/>
                </a:solidFill>
                <a:latin typeface="Arial"/>
                <a:ea typeface="Arial"/>
                <a:cs typeface="Arial"/>
              </a:defRPr>
            </a:lvl7pPr>
            <a:lvl8pPr>
              <a:defRPr sz="2250" b="0">
                <a:solidFill>
                  <a:srgbClr val="243542"/>
                </a:solidFill>
                <a:latin typeface="Arial"/>
                <a:ea typeface="Arial"/>
                <a:cs typeface="Arial"/>
              </a:defRPr>
            </a:lvl8pPr>
            <a:lvl9pPr>
              <a:defRPr sz="2250" b="0">
                <a:solidFill>
                  <a:srgbClr val="243542"/>
                </a:solidFill>
                <a:latin typeface="Arial"/>
                <a:ea typeface="Arial"/>
                <a:cs typeface="Arial"/>
              </a:defRPr>
            </a:lvl9pPr>
          </a:lstStyle>
          <a:p xmlns:a="http://schemas.openxmlformats.org/drawingml/2006/main">
            <a:pPr>
              <a:defRPr sz="2250" b="0">
                <a:solidFill>
                  <a:srgbClr val="243542"/>
                </a:solidFill>
                <a:latin typeface="Arial"/>
                <a:ea typeface="Arial"/>
                <a:cs typeface="Arial"/>
              </a:defRPr>
            </a:pPr>
            <a:r>
              <a:rPr sz="2250" b="0">
                <a:solidFill>
                  <a:srgbClr val="243542"/>
                </a:solidFill>
                <a:latin typeface="Arial"/>
                <a:ea typeface="Arial"/>
                <a:cs typeface="Arial"/>
              </a:rPr>
              <a:t>− recouvrements affectés au même dommage</a:t>
            </a:r>
          </a:p>
        </p:txBody>
      </p:sp>
      <p:sp>
        <p:nvSpPr>
          <p:cNvPr id="8" name="">
            <a:extLst xmlns:a="http://schemas.openxmlformats.org/drawingml/2006/main">
              <a:ext uri="{FF2B5EF4-FFF2-40B4-BE49-F238E27FC236}">
                <a16:creationId xmlns:a16="http://schemas.microsoft.com/office/drawing/2014/main" id="{55B7CB4B-A591-4805-A36C-426700B523B6}"/>
              </a:ext>
            </a:extLst>
          </p:cNvPr>
          <p:cNvSpPr>
            <a:spLocks xmlns:a="http://schemas.openxmlformats.org/drawingml/2006/main" noGrp="1"/>
          </p:cNvSpPr>
          <p:nvPr/>
        </p:nvSpPr>
        <p:spPr>
          <a:xfrm xmlns:a="http://schemas.openxmlformats.org/drawingml/2006/main">
            <a:off x="628650" y="374332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243542"/>
                </a:solidFill>
                <a:latin typeface="Arial"/>
                <a:ea typeface="Arial"/>
                <a:cs typeface="Arial"/>
              </a:defRPr>
            </a:defPPr>
            <a:lvl1pPr>
              <a:defRPr sz="2250" b="0">
                <a:solidFill>
                  <a:srgbClr val="243542"/>
                </a:solidFill>
                <a:latin typeface="Arial"/>
                <a:ea typeface="Arial"/>
                <a:cs typeface="Arial"/>
              </a:defRPr>
            </a:lvl1pPr>
            <a:lvl2pPr>
              <a:defRPr sz="2250" b="0">
                <a:solidFill>
                  <a:srgbClr val="243542"/>
                </a:solidFill>
                <a:latin typeface="Arial"/>
                <a:ea typeface="Arial"/>
                <a:cs typeface="Arial"/>
              </a:defRPr>
            </a:lvl2pPr>
            <a:lvl3pPr>
              <a:defRPr sz="2250" b="0">
                <a:solidFill>
                  <a:srgbClr val="243542"/>
                </a:solidFill>
                <a:latin typeface="Arial"/>
                <a:ea typeface="Arial"/>
                <a:cs typeface="Arial"/>
              </a:defRPr>
            </a:lvl3pPr>
            <a:lvl4pPr>
              <a:defRPr sz="2250" b="0">
                <a:solidFill>
                  <a:srgbClr val="243542"/>
                </a:solidFill>
                <a:latin typeface="Arial"/>
                <a:ea typeface="Arial"/>
                <a:cs typeface="Arial"/>
              </a:defRPr>
            </a:lvl4pPr>
            <a:lvl5pPr>
              <a:defRPr sz="2250" b="0">
                <a:solidFill>
                  <a:srgbClr val="243542"/>
                </a:solidFill>
                <a:latin typeface="Arial"/>
                <a:ea typeface="Arial"/>
                <a:cs typeface="Arial"/>
              </a:defRPr>
            </a:lvl5pPr>
            <a:lvl6pPr>
              <a:defRPr sz="2250" b="0">
                <a:solidFill>
                  <a:srgbClr val="243542"/>
                </a:solidFill>
                <a:latin typeface="Arial"/>
                <a:ea typeface="Arial"/>
                <a:cs typeface="Arial"/>
              </a:defRPr>
            </a:lvl6pPr>
            <a:lvl7pPr>
              <a:defRPr sz="2250" b="0">
                <a:solidFill>
                  <a:srgbClr val="243542"/>
                </a:solidFill>
                <a:latin typeface="Arial"/>
                <a:ea typeface="Arial"/>
                <a:cs typeface="Arial"/>
              </a:defRPr>
            </a:lvl7pPr>
            <a:lvl8pPr>
              <a:defRPr sz="2250" b="0">
                <a:solidFill>
                  <a:srgbClr val="243542"/>
                </a:solidFill>
                <a:latin typeface="Arial"/>
                <a:ea typeface="Arial"/>
                <a:cs typeface="Arial"/>
              </a:defRPr>
            </a:lvl8pPr>
            <a:lvl9pPr>
              <a:defRPr sz="2250" b="0">
                <a:solidFill>
                  <a:srgbClr val="243542"/>
                </a:solidFill>
                <a:latin typeface="Arial"/>
                <a:ea typeface="Arial"/>
                <a:cs typeface="Arial"/>
              </a:defRPr>
            </a:lvl9pPr>
          </a:lstStyle>
          <a:p xmlns:a="http://schemas.openxmlformats.org/drawingml/2006/main">
            <a:pPr>
              <a:defRPr sz="2250" b="0">
                <a:solidFill>
                  <a:srgbClr val="243542"/>
                </a:solidFill>
                <a:latin typeface="Arial"/>
                <a:ea typeface="Arial"/>
                <a:cs typeface="Arial"/>
              </a:defRPr>
            </a:pPr>
            <a:r>
              <a:rPr sz="2250" b="0">
                <a:solidFill>
                  <a:srgbClr val="243542"/>
                </a:solidFill>
                <a:latin typeface="Arial"/>
                <a:ea typeface="Arial"/>
                <a:cs typeface="Arial"/>
              </a:rPr>
              <a:t>− valeur résiduelle retenue</a:t>
            </a:r>
          </a:p>
        </p:txBody>
      </p:sp>
      <p:sp>
        <p:nvSpPr>
          <p:cNvPr id="9" name="">
            <a:extLst xmlns:a="http://schemas.openxmlformats.org/drawingml/2006/main">
              <a:ext uri="{FF2B5EF4-FFF2-40B4-BE49-F238E27FC236}">
                <a16:creationId xmlns:a16="http://schemas.microsoft.com/office/drawing/2014/main" id="{F9E3E293-A863-49E8-B9B0-B1CFA2CAB303}"/>
              </a:ext>
            </a:extLst>
          </p:cNvPr>
          <p:cNvSpPr>
            <a:spLocks xmlns:a="http://schemas.openxmlformats.org/drawingml/2006/main" noGrp="1"/>
          </p:cNvSpPr>
          <p:nvPr/>
        </p:nvSpPr>
        <p:spPr>
          <a:xfrm xmlns:a="http://schemas.openxmlformats.org/drawingml/2006/main">
            <a:off x="628650" y="44577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7324D"/>
                </a:solidFill>
                <a:latin typeface="Arial"/>
                <a:ea typeface="Arial"/>
                <a:cs typeface="Arial"/>
              </a:defRPr>
            </a:defPPr>
            <a:lvl1pPr>
              <a:defRPr sz="2625" b="1">
                <a:solidFill>
                  <a:srgbClr val="17324D"/>
                </a:solidFill>
                <a:latin typeface="Arial"/>
                <a:ea typeface="Arial"/>
                <a:cs typeface="Arial"/>
              </a:defRPr>
            </a:lvl1pPr>
            <a:lvl2pPr>
              <a:defRPr sz="2625" b="1">
                <a:solidFill>
                  <a:srgbClr val="17324D"/>
                </a:solidFill>
                <a:latin typeface="Arial"/>
                <a:ea typeface="Arial"/>
                <a:cs typeface="Arial"/>
              </a:defRPr>
            </a:lvl2pPr>
            <a:lvl3pPr>
              <a:defRPr sz="2625" b="1">
                <a:solidFill>
                  <a:srgbClr val="17324D"/>
                </a:solidFill>
                <a:latin typeface="Arial"/>
                <a:ea typeface="Arial"/>
                <a:cs typeface="Arial"/>
              </a:defRPr>
            </a:lvl3pPr>
            <a:lvl4pPr>
              <a:defRPr sz="2625" b="1">
                <a:solidFill>
                  <a:srgbClr val="17324D"/>
                </a:solidFill>
                <a:latin typeface="Arial"/>
                <a:ea typeface="Arial"/>
                <a:cs typeface="Arial"/>
              </a:defRPr>
            </a:lvl4pPr>
            <a:lvl5pPr>
              <a:defRPr sz="2625" b="1">
                <a:solidFill>
                  <a:srgbClr val="17324D"/>
                </a:solidFill>
                <a:latin typeface="Arial"/>
                <a:ea typeface="Arial"/>
                <a:cs typeface="Arial"/>
              </a:defRPr>
            </a:lvl5pPr>
            <a:lvl6pPr>
              <a:defRPr sz="2625" b="1">
                <a:solidFill>
                  <a:srgbClr val="17324D"/>
                </a:solidFill>
                <a:latin typeface="Arial"/>
                <a:ea typeface="Arial"/>
                <a:cs typeface="Arial"/>
              </a:defRPr>
            </a:lvl6pPr>
            <a:lvl7pPr>
              <a:defRPr sz="2625" b="1">
                <a:solidFill>
                  <a:srgbClr val="17324D"/>
                </a:solidFill>
                <a:latin typeface="Arial"/>
                <a:ea typeface="Arial"/>
                <a:cs typeface="Arial"/>
              </a:defRPr>
            </a:lvl7pPr>
            <a:lvl8pPr>
              <a:defRPr sz="2625" b="1">
                <a:solidFill>
                  <a:srgbClr val="17324D"/>
                </a:solidFill>
                <a:latin typeface="Arial"/>
                <a:ea typeface="Arial"/>
                <a:cs typeface="Arial"/>
              </a:defRPr>
            </a:lvl8pPr>
            <a:lvl9pPr>
              <a:defRPr sz="2625" b="1">
                <a:solidFill>
                  <a:srgbClr val="17324D"/>
                </a:solidFill>
                <a:latin typeface="Arial"/>
                <a:ea typeface="Arial"/>
                <a:cs typeface="Arial"/>
              </a:defRPr>
            </a:lvl9pPr>
          </a:lstStyle>
          <a:p xmlns:a="http://schemas.openxmlformats.org/drawingml/2006/main">
            <a:pPr>
              <a:defRPr sz="2625" b="1">
                <a:solidFill>
                  <a:srgbClr val="17324D"/>
                </a:solidFill>
                <a:latin typeface="Arial"/>
                <a:ea typeface="Arial"/>
                <a:cs typeface="Arial"/>
              </a:defRPr>
            </a:pPr>
            <a:r>
              <a:rPr sz="2625" b="1">
                <a:solidFill>
                  <a:srgbClr val="17324D"/>
                </a:solidFill>
                <a:latin typeface="Arial"/>
                <a:ea typeface="Arial"/>
                <a:cs typeface="Arial"/>
              </a:rPr>
              <a:t>= perte nette à établir pour chaque bien</a:t>
            </a:r>
          </a:p>
        </p:txBody>
      </p:sp>
      <p:sp>
        <p:nvSpPr>
          <p:cNvPr id="10" name="">
            <a:extLst xmlns:a="http://schemas.openxmlformats.org/drawingml/2006/main">
              <a:ext uri="{FF2B5EF4-FFF2-40B4-BE49-F238E27FC236}">
                <a16:creationId xmlns:a16="http://schemas.microsoft.com/office/drawing/2014/main" id="{C73AE6A6-4B57-4C43-98C5-45859C35C4E1}"/>
              </a:ext>
            </a:extLst>
          </p:cNvPr>
          <p:cNvSpPr>
            <a:spLocks xmlns:a="http://schemas.openxmlformats.org/drawingml/2006/main" noGrp="1"/>
          </p:cNvSpPr>
          <p:nvPr/>
        </p:nvSpPr>
        <p:spPr>
          <a:xfrm xmlns:a="http://schemas.openxmlformats.org/drawingml/2006/main">
            <a:off x="628650" y="5353050"/>
            <a:ext cx="106203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243542"/>
                </a:solidFill>
                <a:latin typeface="Arial"/>
                <a:ea typeface="Arial"/>
                <a:cs typeface="Arial"/>
              </a:defRPr>
            </a:defPPr>
            <a:lvl1pPr>
              <a:defRPr sz="2025" b="0">
                <a:solidFill>
                  <a:srgbClr val="243542"/>
                </a:solidFill>
                <a:latin typeface="Arial"/>
                <a:ea typeface="Arial"/>
                <a:cs typeface="Arial"/>
              </a:defRPr>
            </a:lvl1pPr>
            <a:lvl2pPr>
              <a:defRPr sz="2025" b="0">
                <a:solidFill>
                  <a:srgbClr val="243542"/>
                </a:solidFill>
                <a:latin typeface="Arial"/>
                <a:ea typeface="Arial"/>
                <a:cs typeface="Arial"/>
              </a:defRPr>
            </a:lvl2pPr>
            <a:lvl3pPr>
              <a:defRPr sz="2025" b="0">
                <a:solidFill>
                  <a:srgbClr val="243542"/>
                </a:solidFill>
                <a:latin typeface="Arial"/>
                <a:ea typeface="Arial"/>
                <a:cs typeface="Arial"/>
              </a:defRPr>
            </a:lvl3pPr>
            <a:lvl4pPr>
              <a:defRPr sz="2025" b="0">
                <a:solidFill>
                  <a:srgbClr val="243542"/>
                </a:solidFill>
                <a:latin typeface="Arial"/>
                <a:ea typeface="Arial"/>
                <a:cs typeface="Arial"/>
              </a:defRPr>
            </a:lvl4pPr>
            <a:lvl5pPr>
              <a:defRPr sz="2025" b="0">
                <a:solidFill>
                  <a:srgbClr val="243542"/>
                </a:solidFill>
                <a:latin typeface="Arial"/>
                <a:ea typeface="Arial"/>
                <a:cs typeface="Arial"/>
              </a:defRPr>
            </a:lvl5pPr>
            <a:lvl6pPr>
              <a:defRPr sz="2025" b="0">
                <a:solidFill>
                  <a:srgbClr val="243542"/>
                </a:solidFill>
                <a:latin typeface="Arial"/>
                <a:ea typeface="Arial"/>
                <a:cs typeface="Arial"/>
              </a:defRPr>
            </a:lvl6pPr>
            <a:lvl7pPr>
              <a:defRPr sz="2025" b="0">
                <a:solidFill>
                  <a:srgbClr val="243542"/>
                </a:solidFill>
                <a:latin typeface="Arial"/>
                <a:ea typeface="Arial"/>
                <a:cs typeface="Arial"/>
              </a:defRPr>
            </a:lvl7pPr>
            <a:lvl8pPr>
              <a:defRPr sz="2025" b="0">
                <a:solidFill>
                  <a:srgbClr val="243542"/>
                </a:solidFill>
                <a:latin typeface="Arial"/>
                <a:ea typeface="Arial"/>
                <a:cs typeface="Arial"/>
              </a:defRPr>
            </a:lvl8pPr>
            <a:lvl9pPr>
              <a:defRPr sz="2025" b="0">
                <a:solidFill>
                  <a:srgbClr val="243542"/>
                </a:solidFill>
                <a:latin typeface="Arial"/>
                <a:ea typeface="Arial"/>
                <a:cs typeface="Arial"/>
              </a:defRPr>
            </a:lvl9pPr>
          </a:lstStyle>
          <a:p xmlns:a="http://schemas.openxmlformats.org/drawingml/2006/main">
            <a:pPr>
              <a:defRPr sz="2025" b="0">
                <a:solidFill>
                  <a:srgbClr val="243542"/>
                </a:solidFill>
                <a:latin typeface="Arial"/>
                <a:ea typeface="Arial"/>
                <a:cs typeface="Arial"/>
              </a:defRPr>
            </a:pPr>
            <a:r>
              <a:rPr sz="2025" b="0">
                <a:solidFill>
                  <a:srgbClr val="243542"/>
                </a:solidFill>
                <a:latin typeface="Arial"/>
                <a:ea typeface="Arial"/>
                <a:cs typeface="Arial"/>
              </a:rPr>
              <a:t>Choisir réparation ou remplacement. Documenter les valeurs nulles. Les données absentes restent « n.d. » dans le master.</a:t>
            </a:r>
          </a:p>
        </p:txBody>
      </p:sp>
    </p:spTree>
    <p:extLst>
      <p:ext uri="{BB962C8B-B14F-4D97-AF65-F5344CB8AC3E}">
        <p14:creationId xmlns:p14="http://schemas.microsoft.com/office/powerpoint/2010/main" val="127804782"/>
      </p:ext>
    </p:extLst>
  </p:cSld>
</p:sld>
</file>

<file path=ppt/slides/slide9.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0D6267E-9253-49BE-B399-64D2FAD17CAD}"/>
              </a:ext>
            </a:extLst>
          </p:cNvPr>
          <p:cNvSpPr>
            <a:spLocks xmlns:a="http://schemas.openxmlformats.org/drawingml/2006/main" noGrp="1"/>
          </p:cNvSpPr>
          <p:nvPr/>
        </p:nvSpPr>
        <p:spPr>
          <a:xfrm xmlns:a="http://schemas.openxmlformats.org/drawingml/2006/main">
            <a:off x="609600" y="4381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7324D"/>
                </a:solidFill>
                <a:latin typeface="Arial"/>
                <a:ea typeface="Arial"/>
                <a:cs typeface="Arial"/>
              </a:defRPr>
            </a:defPPr>
            <a:lvl1pPr>
              <a:defRPr sz="3300" b="1">
                <a:solidFill>
                  <a:srgbClr val="17324D"/>
                </a:solidFill>
                <a:latin typeface="Arial"/>
                <a:ea typeface="Arial"/>
                <a:cs typeface="Arial"/>
              </a:defRPr>
            </a:lvl1pPr>
            <a:lvl2pPr>
              <a:defRPr sz="3300" b="1">
                <a:solidFill>
                  <a:srgbClr val="17324D"/>
                </a:solidFill>
                <a:latin typeface="Arial"/>
                <a:ea typeface="Arial"/>
                <a:cs typeface="Arial"/>
              </a:defRPr>
            </a:lvl2pPr>
            <a:lvl3pPr>
              <a:defRPr sz="3300" b="1">
                <a:solidFill>
                  <a:srgbClr val="17324D"/>
                </a:solidFill>
                <a:latin typeface="Arial"/>
                <a:ea typeface="Arial"/>
                <a:cs typeface="Arial"/>
              </a:defRPr>
            </a:lvl3pPr>
            <a:lvl4pPr>
              <a:defRPr sz="3300" b="1">
                <a:solidFill>
                  <a:srgbClr val="17324D"/>
                </a:solidFill>
                <a:latin typeface="Arial"/>
                <a:ea typeface="Arial"/>
                <a:cs typeface="Arial"/>
              </a:defRPr>
            </a:lvl4pPr>
            <a:lvl5pPr>
              <a:defRPr sz="3300" b="1">
                <a:solidFill>
                  <a:srgbClr val="17324D"/>
                </a:solidFill>
                <a:latin typeface="Arial"/>
                <a:ea typeface="Arial"/>
                <a:cs typeface="Arial"/>
              </a:defRPr>
            </a:lvl5pPr>
            <a:lvl6pPr>
              <a:defRPr sz="3300" b="1">
                <a:solidFill>
                  <a:srgbClr val="17324D"/>
                </a:solidFill>
                <a:latin typeface="Arial"/>
                <a:ea typeface="Arial"/>
                <a:cs typeface="Arial"/>
              </a:defRPr>
            </a:lvl6pPr>
            <a:lvl7pPr>
              <a:defRPr sz="3300" b="1">
                <a:solidFill>
                  <a:srgbClr val="17324D"/>
                </a:solidFill>
                <a:latin typeface="Arial"/>
                <a:ea typeface="Arial"/>
                <a:cs typeface="Arial"/>
              </a:defRPr>
            </a:lvl7pPr>
            <a:lvl8pPr>
              <a:defRPr sz="3300" b="1">
                <a:solidFill>
                  <a:srgbClr val="17324D"/>
                </a:solidFill>
                <a:latin typeface="Arial"/>
                <a:ea typeface="Arial"/>
                <a:cs typeface="Arial"/>
              </a:defRPr>
            </a:lvl8pPr>
            <a:lvl9pPr>
              <a:defRPr sz="3300" b="1">
                <a:solidFill>
                  <a:srgbClr val="17324D"/>
                </a:solidFill>
                <a:latin typeface="Arial"/>
                <a:ea typeface="Arial"/>
                <a:cs typeface="Arial"/>
              </a:defRPr>
            </a:lvl9pPr>
          </a:lstStyle>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Pièces nécessaires pour fermer les écarts</a:t>
            </a:r>
          </a:p>
        </p:txBody>
      </p:sp>
      <p:sp>
        <p:nvSpPr>
          <p:cNvPr id="2" name="">
            <a:extLst xmlns:a="http://schemas.openxmlformats.org/drawingml/2006/main">
              <a:ext uri="{FF2B5EF4-FFF2-40B4-BE49-F238E27FC236}">
                <a16:creationId xmlns:a16="http://schemas.microsoft.com/office/drawing/2014/main" id="{37812753-BCD3-4117-87E4-F304E14BC18D}"/>
              </a:ext>
            </a:extLst>
          </p:cNvPr>
          <p:cNvSpPr>
            <a:spLocks xmlns:a="http://schemas.openxmlformats.org/drawingml/2006/main" noGrp="1"/>
          </p:cNvSpPr>
          <p:nvPr/>
        </p:nvSpPr>
        <p:spPr>
          <a:xfrm xmlns:a="http://schemas.openxmlformats.org/drawingml/2006/main">
            <a:off x="609600" y="6438900"/>
            <a:ext cx="962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16374"/>
                </a:solidFill>
                <a:latin typeface="Arial"/>
                <a:ea typeface="Arial"/>
                <a:cs typeface="Arial"/>
              </a:defRPr>
            </a:defPPr>
            <a:lvl1pPr>
              <a:defRPr sz="1125" b="0">
                <a:solidFill>
                  <a:srgbClr val="516374"/>
                </a:solidFill>
                <a:latin typeface="Arial"/>
                <a:ea typeface="Arial"/>
                <a:cs typeface="Arial"/>
              </a:defRPr>
            </a:lvl1pPr>
            <a:lvl2pPr>
              <a:defRPr sz="1125" b="0">
                <a:solidFill>
                  <a:srgbClr val="516374"/>
                </a:solidFill>
                <a:latin typeface="Arial"/>
                <a:ea typeface="Arial"/>
                <a:cs typeface="Arial"/>
              </a:defRPr>
            </a:lvl2pPr>
            <a:lvl3pPr>
              <a:defRPr sz="1125" b="0">
                <a:solidFill>
                  <a:srgbClr val="516374"/>
                </a:solidFill>
                <a:latin typeface="Arial"/>
                <a:ea typeface="Arial"/>
                <a:cs typeface="Arial"/>
              </a:defRPr>
            </a:lvl3pPr>
            <a:lvl4pPr>
              <a:defRPr sz="1125" b="0">
                <a:solidFill>
                  <a:srgbClr val="516374"/>
                </a:solidFill>
                <a:latin typeface="Arial"/>
                <a:ea typeface="Arial"/>
                <a:cs typeface="Arial"/>
              </a:defRPr>
            </a:lvl4pPr>
            <a:lvl5pPr>
              <a:defRPr sz="1125" b="0">
                <a:solidFill>
                  <a:srgbClr val="516374"/>
                </a:solidFill>
                <a:latin typeface="Arial"/>
                <a:ea typeface="Arial"/>
                <a:cs typeface="Arial"/>
              </a:defRPr>
            </a:lvl5pPr>
            <a:lvl6pPr>
              <a:defRPr sz="1125" b="0">
                <a:solidFill>
                  <a:srgbClr val="516374"/>
                </a:solidFill>
                <a:latin typeface="Arial"/>
                <a:ea typeface="Arial"/>
                <a:cs typeface="Arial"/>
              </a:defRPr>
            </a:lvl6pPr>
            <a:lvl7pPr>
              <a:defRPr sz="1125" b="0">
                <a:solidFill>
                  <a:srgbClr val="516374"/>
                </a:solidFill>
                <a:latin typeface="Arial"/>
                <a:ea typeface="Arial"/>
                <a:cs typeface="Arial"/>
              </a:defRPr>
            </a:lvl7pPr>
            <a:lvl8pPr>
              <a:defRPr sz="1125" b="0">
                <a:solidFill>
                  <a:srgbClr val="516374"/>
                </a:solidFill>
                <a:latin typeface="Arial"/>
                <a:ea typeface="Arial"/>
                <a:cs typeface="Arial"/>
              </a:defRPr>
            </a:lvl8pPr>
            <a:lvl9pPr>
              <a:defRPr sz="1125" b="0">
                <a:solidFill>
                  <a:srgbClr val="516374"/>
                </a:solidFill>
                <a:latin typeface="Arial"/>
                <a:ea typeface="Arial"/>
                <a:cs typeface="Arial"/>
              </a:defRPr>
            </a:lvl9pPr>
          </a:lstStyle>
          <a:p xmlns:a="http://schemas.openxmlformats.org/drawingml/2006/main">
            <a:pPr>
              <a:defRPr sz="1125" b="0">
                <a:solidFill>
                  <a:srgbClr val="516374"/>
                </a:solidFill>
                <a:latin typeface="Arial"/>
                <a:ea typeface="Arial"/>
                <a:cs typeface="Arial"/>
              </a:defRPr>
            </a:pPr>
            <a:r>
              <a:rPr sz="1125" b="0">
                <a:solidFill>
                  <a:srgbClr val="516374"/>
                </a:solidFill>
                <a:latin typeface="Arial"/>
                <a:ea typeface="Arial"/>
                <a:cs typeface="Arial"/>
              </a:rPr>
              <a:t>6241 boulevard Léger  |  21 octobre 2026</a:t>
            </a:r>
          </a:p>
        </p:txBody>
      </p:sp>
      <p:sp>
        <p:nvSpPr>
          <p:cNvPr id="3" name="">
            <a:extLst xmlns:a="http://schemas.openxmlformats.org/drawingml/2006/main">
              <a:ext uri="{FF2B5EF4-FFF2-40B4-BE49-F238E27FC236}">
                <a16:creationId xmlns:a16="http://schemas.microsoft.com/office/drawing/2014/main" id="{DFF41856-C073-4744-8F8C-3B5D0744E2C9}"/>
              </a:ext>
            </a:extLst>
          </p:cNvPr>
          <p:cNvSpPr>
            <a:spLocks xmlns:a="http://schemas.openxmlformats.org/drawingml/2006/main" noGrp="1"/>
          </p:cNvSpPr>
          <p:nvPr/>
        </p:nvSpPr>
        <p:spPr>
          <a:xfrm xmlns:a="http://schemas.openxmlformats.org/drawingml/2006/main">
            <a:off x="11096625" y="64008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16374"/>
                </a:solidFill>
                <a:latin typeface="Arial"/>
                <a:ea typeface="Arial"/>
                <a:cs typeface="Arial"/>
              </a:defRPr>
            </a:defPPr>
            <a:lvl1pPr>
              <a:defRPr sz="1350" b="0">
                <a:solidFill>
                  <a:srgbClr val="516374"/>
                </a:solidFill>
                <a:latin typeface="Arial"/>
                <a:ea typeface="Arial"/>
                <a:cs typeface="Arial"/>
              </a:defRPr>
            </a:lvl1pPr>
            <a:lvl2pPr>
              <a:defRPr sz="1350" b="0">
                <a:solidFill>
                  <a:srgbClr val="516374"/>
                </a:solidFill>
                <a:latin typeface="Arial"/>
                <a:ea typeface="Arial"/>
                <a:cs typeface="Arial"/>
              </a:defRPr>
            </a:lvl2pPr>
            <a:lvl3pPr>
              <a:defRPr sz="1350" b="0">
                <a:solidFill>
                  <a:srgbClr val="516374"/>
                </a:solidFill>
                <a:latin typeface="Arial"/>
                <a:ea typeface="Arial"/>
                <a:cs typeface="Arial"/>
              </a:defRPr>
            </a:lvl3pPr>
            <a:lvl4pPr>
              <a:defRPr sz="1350" b="0">
                <a:solidFill>
                  <a:srgbClr val="516374"/>
                </a:solidFill>
                <a:latin typeface="Arial"/>
                <a:ea typeface="Arial"/>
                <a:cs typeface="Arial"/>
              </a:defRPr>
            </a:lvl4pPr>
            <a:lvl5pPr>
              <a:defRPr sz="1350" b="0">
                <a:solidFill>
                  <a:srgbClr val="516374"/>
                </a:solidFill>
                <a:latin typeface="Arial"/>
                <a:ea typeface="Arial"/>
                <a:cs typeface="Arial"/>
              </a:defRPr>
            </a:lvl5pPr>
            <a:lvl6pPr>
              <a:defRPr sz="1350" b="0">
                <a:solidFill>
                  <a:srgbClr val="516374"/>
                </a:solidFill>
                <a:latin typeface="Arial"/>
                <a:ea typeface="Arial"/>
                <a:cs typeface="Arial"/>
              </a:defRPr>
            </a:lvl6pPr>
            <a:lvl7pPr>
              <a:defRPr sz="1350" b="0">
                <a:solidFill>
                  <a:srgbClr val="516374"/>
                </a:solidFill>
                <a:latin typeface="Arial"/>
                <a:ea typeface="Arial"/>
                <a:cs typeface="Arial"/>
              </a:defRPr>
            </a:lvl7pPr>
            <a:lvl8pPr>
              <a:defRPr sz="1350" b="0">
                <a:solidFill>
                  <a:srgbClr val="516374"/>
                </a:solidFill>
                <a:latin typeface="Arial"/>
                <a:ea typeface="Arial"/>
                <a:cs typeface="Arial"/>
              </a:defRPr>
            </a:lvl8pPr>
            <a:lvl9pPr>
              <a:defRPr sz="1350" b="0">
                <a:solidFill>
                  <a:srgbClr val="516374"/>
                </a:solidFill>
                <a:latin typeface="Arial"/>
                <a:ea typeface="Arial"/>
                <a:cs typeface="Arial"/>
              </a:defRPr>
            </a:lvl9pPr>
          </a:lstStyle>
          <a:p xmlns:a="http://schemas.openxmlformats.org/drawingml/2006/main">
            <a:pPr>
              <a:defRPr sz="1350" b="0">
                <a:solidFill>
                  <a:srgbClr val="516374"/>
                </a:solidFill>
                <a:latin typeface="Arial"/>
                <a:ea typeface="Arial"/>
                <a:cs typeface="Arial"/>
              </a:defRPr>
            </a:pPr>
            <a:r>
              <a:rPr sz="1350" b="0">
                <a:solidFill>
                  <a:srgbClr val="516374"/>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9E0331F6-6935-46B3-807A-DC8A2B653859}"/>
              </a:ext>
            </a:extLst>
          </p:cNvPr>
          <p:cNvSpPr>
            <a:spLocks xmlns:a="http://schemas.openxmlformats.org/drawingml/2006/main" noGrp="1"/>
          </p:cNvSpPr>
          <p:nvPr/>
        </p:nvSpPr>
        <p:spPr>
          <a:xfrm xmlns:a="http://schemas.openxmlformats.org/drawingml/2006/main">
            <a:off x="628650" y="156210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516374"/>
                </a:solidFill>
                <a:latin typeface="Arial"/>
                <a:ea typeface="Arial"/>
                <a:cs typeface="Arial"/>
              </a:defRPr>
            </a:defPPr>
            <a:lvl1pPr>
              <a:defRPr sz="2100" b="0">
                <a:solidFill>
                  <a:srgbClr val="516374"/>
                </a:solidFill>
                <a:latin typeface="Arial"/>
                <a:ea typeface="Arial"/>
                <a:cs typeface="Arial"/>
              </a:defRPr>
            </a:lvl1pPr>
            <a:lvl2pPr>
              <a:defRPr sz="2100" b="0">
                <a:solidFill>
                  <a:srgbClr val="516374"/>
                </a:solidFill>
                <a:latin typeface="Arial"/>
                <a:ea typeface="Arial"/>
                <a:cs typeface="Arial"/>
              </a:defRPr>
            </a:lvl2pPr>
            <a:lvl3pPr>
              <a:defRPr sz="2100" b="0">
                <a:solidFill>
                  <a:srgbClr val="516374"/>
                </a:solidFill>
                <a:latin typeface="Arial"/>
                <a:ea typeface="Arial"/>
                <a:cs typeface="Arial"/>
              </a:defRPr>
            </a:lvl3pPr>
            <a:lvl4pPr>
              <a:defRPr sz="2100" b="0">
                <a:solidFill>
                  <a:srgbClr val="516374"/>
                </a:solidFill>
                <a:latin typeface="Arial"/>
                <a:ea typeface="Arial"/>
                <a:cs typeface="Arial"/>
              </a:defRPr>
            </a:lvl4pPr>
            <a:lvl5pPr>
              <a:defRPr sz="2100" b="0">
                <a:solidFill>
                  <a:srgbClr val="516374"/>
                </a:solidFill>
                <a:latin typeface="Arial"/>
                <a:ea typeface="Arial"/>
                <a:cs typeface="Arial"/>
              </a:defRPr>
            </a:lvl5pPr>
            <a:lvl6pPr>
              <a:defRPr sz="2100" b="0">
                <a:solidFill>
                  <a:srgbClr val="516374"/>
                </a:solidFill>
                <a:latin typeface="Arial"/>
                <a:ea typeface="Arial"/>
                <a:cs typeface="Arial"/>
              </a:defRPr>
            </a:lvl6pPr>
            <a:lvl7pPr>
              <a:defRPr sz="2100" b="0">
                <a:solidFill>
                  <a:srgbClr val="516374"/>
                </a:solidFill>
                <a:latin typeface="Arial"/>
                <a:ea typeface="Arial"/>
                <a:cs typeface="Arial"/>
              </a:defRPr>
            </a:lvl7pPr>
            <a:lvl8pPr>
              <a:defRPr sz="2100" b="0">
                <a:solidFill>
                  <a:srgbClr val="516374"/>
                </a:solidFill>
                <a:latin typeface="Arial"/>
                <a:ea typeface="Arial"/>
                <a:cs typeface="Arial"/>
              </a:defRPr>
            </a:lvl8pPr>
            <a:lvl9pPr>
              <a:defRPr sz="2100" b="0">
                <a:solidFill>
                  <a:srgbClr val="516374"/>
                </a:solidFill>
                <a:latin typeface="Arial"/>
                <a:ea typeface="Arial"/>
                <a:cs typeface="Arial"/>
              </a:defRPr>
            </a:lvl9pPr>
          </a:lstStyle>
          <a:p xmlns:a="http://schemas.openxmlformats.org/drawingml/2006/main">
            <a:pPr>
              <a:defRPr sz="2100" b="0">
                <a:solidFill>
                  <a:srgbClr val="516374"/>
                </a:solidFill>
                <a:latin typeface="Arial"/>
                <a:ea typeface="Arial"/>
                <a:cs typeface="Arial"/>
              </a:defRPr>
            </a:pPr>
            <a:r>
              <a:rPr sz="2100" b="0">
                <a:solidFill>
                  <a:srgbClr val="51637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38F98FF-5A3C-40AA-BCE9-2D3414CE2C54}"/>
              </a:ext>
            </a:extLst>
          </p:cNvPr>
          <p:cNvSpPr>
            <a:spLocks xmlns:a="http://schemas.openxmlformats.org/drawingml/2006/main" noGrp="1"/>
          </p:cNvSpPr>
          <p:nvPr/>
        </p:nvSpPr>
        <p:spPr>
          <a:xfrm xmlns:a="http://schemas.openxmlformats.org/drawingml/2006/main">
            <a:off x="1504950" y="1562100"/>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7324D"/>
                </a:solidFill>
                <a:latin typeface="Arial"/>
                <a:ea typeface="Arial"/>
                <a:cs typeface="Arial"/>
              </a:defRPr>
            </a:defPPr>
            <a:lvl1pPr>
              <a:defRPr sz="2175" b="1">
                <a:solidFill>
                  <a:srgbClr val="17324D"/>
                </a:solidFill>
                <a:latin typeface="Arial"/>
                <a:ea typeface="Arial"/>
                <a:cs typeface="Arial"/>
              </a:defRPr>
            </a:lvl1pPr>
            <a:lvl2pPr>
              <a:defRPr sz="2175" b="1">
                <a:solidFill>
                  <a:srgbClr val="17324D"/>
                </a:solidFill>
                <a:latin typeface="Arial"/>
                <a:ea typeface="Arial"/>
                <a:cs typeface="Arial"/>
              </a:defRPr>
            </a:lvl2pPr>
            <a:lvl3pPr>
              <a:defRPr sz="2175" b="1">
                <a:solidFill>
                  <a:srgbClr val="17324D"/>
                </a:solidFill>
                <a:latin typeface="Arial"/>
                <a:ea typeface="Arial"/>
                <a:cs typeface="Arial"/>
              </a:defRPr>
            </a:lvl3pPr>
            <a:lvl4pPr>
              <a:defRPr sz="2175" b="1">
                <a:solidFill>
                  <a:srgbClr val="17324D"/>
                </a:solidFill>
                <a:latin typeface="Arial"/>
                <a:ea typeface="Arial"/>
                <a:cs typeface="Arial"/>
              </a:defRPr>
            </a:lvl4pPr>
            <a:lvl5pPr>
              <a:defRPr sz="2175" b="1">
                <a:solidFill>
                  <a:srgbClr val="17324D"/>
                </a:solidFill>
                <a:latin typeface="Arial"/>
                <a:ea typeface="Arial"/>
                <a:cs typeface="Arial"/>
              </a:defRPr>
            </a:lvl5pPr>
            <a:lvl6pPr>
              <a:defRPr sz="2175" b="1">
                <a:solidFill>
                  <a:srgbClr val="17324D"/>
                </a:solidFill>
                <a:latin typeface="Arial"/>
                <a:ea typeface="Arial"/>
                <a:cs typeface="Arial"/>
              </a:defRPr>
            </a:lvl6pPr>
            <a:lvl7pPr>
              <a:defRPr sz="2175" b="1">
                <a:solidFill>
                  <a:srgbClr val="17324D"/>
                </a:solidFill>
                <a:latin typeface="Arial"/>
                <a:ea typeface="Arial"/>
                <a:cs typeface="Arial"/>
              </a:defRPr>
            </a:lvl7pPr>
            <a:lvl8pPr>
              <a:defRPr sz="2175" b="1">
                <a:solidFill>
                  <a:srgbClr val="17324D"/>
                </a:solidFill>
                <a:latin typeface="Arial"/>
                <a:ea typeface="Arial"/>
                <a:cs typeface="Arial"/>
              </a:defRPr>
            </a:lvl8pPr>
            <a:lvl9pPr>
              <a:defRPr sz="2175" b="1">
                <a:solidFill>
                  <a:srgbClr val="17324D"/>
                </a:solidFill>
                <a:latin typeface="Arial"/>
                <a:ea typeface="Arial"/>
                <a:cs typeface="Arial"/>
              </a:defRPr>
            </a:lvl9pPr>
          </a:lstStyle>
          <a:p xmlns:a="http://schemas.openxmlformats.org/drawingml/2006/main">
            <a:pPr>
              <a:defRPr sz="2175" b="1">
                <a:solidFill>
                  <a:srgbClr val="17324D"/>
                </a:solidFill>
                <a:latin typeface="Arial"/>
                <a:ea typeface="Arial"/>
                <a:cs typeface="Arial"/>
              </a:defRPr>
            </a:pPr>
            <a:r>
              <a:rPr sz="2175" b="1">
                <a:solidFill>
                  <a:srgbClr val="17324D"/>
                </a:solidFill>
                <a:latin typeface="Arial"/>
                <a:ea typeface="Arial"/>
                <a:cs typeface="Arial"/>
              </a:rPr>
              <a:t>Banque et indemnités</a:t>
            </a:r>
          </a:p>
        </p:txBody>
      </p:sp>
      <p:sp>
        <p:nvSpPr>
          <p:cNvPr id="6" name="">
            <a:extLst xmlns:a="http://schemas.openxmlformats.org/drawingml/2006/main">
              <a:ext uri="{FF2B5EF4-FFF2-40B4-BE49-F238E27FC236}">
                <a16:creationId xmlns:a16="http://schemas.microsoft.com/office/drawing/2014/main" id="{0298160A-CC8C-48EC-A3C0-34B3C62C77AD}"/>
              </a:ext>
            </a:extLst>
          </p:cNvPr>
          <p:cNvSpPr>
            <a:spLocks xmlns:a="http://schemas.openxmlformats.org/drawingml/2006/main" noGrp="1"/>
          </p:cNvSpPr>
          <p:nvPr/>
        </p:nvSpPr>
        <p:spPr>
          <a:xfrm xmlns:a="http://schemas.openxmlformats.org/drawingml/2006/main">
            <a:off x="1504950" y="19621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43542"/>
                </a:solidFill>
                <a:latin typeface="Arial"/>
                <a:ea typeface="Arial"/>
                <a:cs typeface="Arial"/>
              </a:defRPr>
            </a:defPPr>
            <a:lvl1pPr>
              <a:defRPr sz="1875" b="0">
                <a:solidFill>
                  <a:srgbClr val="243542"/>
                </a:solidFill>
                <a:latin typeface="Arial"/>
                <a:ea typeface="Arial"/>
                <a:cs typeface="Arial"/>
              </a:defRPr>
            </a:lvl1pPr>
            <a:lvl2pPr>
              <a:defRPr sz="1875" b="0">
                <a:solidFill>
                  <a:srgbClr val="243542"/>
                </a:solidFill>
                <a:latin typeface="Arial"/>
                <a:ea typeface="Arial"/>
                <a:cs typeface="Arial"/>
              </a:defRPr>
            </a:lvl2pPr>
            <a:lvl3pPr>
              <a:defRPr sz="1875" b="0">
                <a:solidFill>
                  <a:srgbClr val="243542"/>
                </a:solidFill>
                <a:latin typeface="Arial"/>
                <a:ea typeface="Arial"/>
                <a:cs typeface="Arial"/>
              </a:defRPr>
            </a:lvl3pPr>
            <a:lvl4pPr>
              <a:defRPr sz="1875" b="0">
                <a:solidFill>
                  <a:srgbClr val="243542"/>
                </a:solidFill>
                <a:latin typeface="Arial"/>
                <a:ea typeface="Arial"/>
                <a:cs typeface="Arial"/>
              </a:defRPr>
            </a:lvl4pPr>
            <a:lvl5pPr>
              <a:defRPr sz="1875" b="0">
                <a:solidFill>
                  <a:srgbClr val="243542"/>
                </a:solidFill>
                <a:latin typeface="Arial"/>
                <a:ea typeface="Arial"/>
                <a:cs typeface="Arial"/>
              </a:defRPr>
            </a:lvl5pPr>
            <a:lvl6pPr>
              <a:defRPr sz="1875" b="0">
                <a:solidFill>
                  <a:srgbClr val="243542"/>
                </a:solidFill>
                <a:latin typeface="Arial"/>
                <a:ea typeface="Arial"/>
                <a:cs typeface="Arial"/>
              </a:defRPr>
            </a:lvl6pPr>
            <a:lvl7pPr>
              <a:defRPr sz="1875" b="0">
                <a:solidFill>
                  <a:srgbClr val="243542"/>
                </a:solidFill>
                <a:latin typeface="Arial"/>
                <a:ea typeface="Arial"/>
                <a:cs typeface="Arial"/>
              </a:defRPr>
            </a:lvl7pPr>
            <a:lvl8pPr>
              <a:defRPr sz="1875" b="0">
                <a:solidFill>
                  <a:srgbClr val="243542"/>
                </a:solidFill>
                <a:latin typeface="Arial"/>
                <a:ea typeface="Arial"/>
                <a:cs typeface="Arial"/>
              </a:defRPr>
            </a:lvl8pPr>
            <a:lvl9pPr>
              <a:defRPr sz="1875" b="0">
                <a:solidFill>
                  <a:srgbClr val="243542"/>
                </a:solidFill>
                <a:latin typeface="Arial"/>
                <a:ea typeface="Arial"/>
                <a:cs typeface="Arial"/>
              </a:defRPr>
            </a:lvl9pPr>
          </a:lstStyle>
          <a:p xmlns:a="http://schemas.openxmlformats.org/drawingml/2006/main">
            <a:pPr>
              <a:defRPr sz="1875" b="0">
                <a:solidFill>
                  <a:srgbClr val="243542"/>
                </a:solidFill>
                <a:latin typeface="Arial"/>
                <a:ea typeface="Arial"/>
                <a:cs typeface="Arial"/>
              </a:defRPr>
            </a:pPr>
            <a:r>
              <a:rPr sz="1875" b="0">
                <a:solidFill>
                  <a:srgbClr val="243542"/>
                </a:solidFill>
                <a:latin typeface="Arial"/>
                <a:ea typeface="Arial"/>
                <a:cs typeface="Arial"/>
              </a:rPr>
              <a:t>Références, dépôts, annulations et affectation par dommage.</a:t>
            </a:r>
          </a:p>
        </p:txBody>
      </p:sp>
      <p:sp>
        <p:nvSpPr>
          <p:cNvPr id="7" name="">
            <a:extLst xmlns:a="http://schemas.openxmlformats.org/drawingml/2006/main">
              <a:ext uri="{FF2B5EF4-FFF2-40B4-BE49-F238E27FC236}">
                <a16:creationId xmlns:a16="http://schemas.microsoft.com/office/drawing/2014/main" id="{60E8F5F8-04BF-4574-9A32-B9C94A600EFA}"/>
              </a:ext>
            </a:extLst>
          </p:cNvPr>
          <p:cNvSpPr>
            <a:spLocks xmlns:a="http://schemas.openxmlformats.org/drawingml/2006/main" noGrp="1"/>
          </p:cNvSpPr>
          <p:nvPr/>
        </p:nvSpPr>
        <p:spPr>
          <a:xfrm xmlns:a="http://schemas.openxmlformats.org/drawingml/2006/main">
            <a:off x="628650" y="24574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516374"/>
                </a:solidFill>
                <a:latin typeface="Arial"/>
                <a:ea typeface="Arial"/>
                <a:cs typeface="Arial"/>
              </a:defRPr>
            </a:defPPr>
            <a:lvl1pPr>
              <a:defRPr sz="2100" b="0">
                <a:solidFill>
                  <a:srgbClr val="516374"/>
                </a:solidFill>
                <a:latin typeface="Arial"/>
                <a:ea typeface="Arial"/>
                <a:cs typeface="Arial"/>
              </a:defRPr>
            </a:lvl1pPr>
            <a:lvl2pPr>
              <a:defRPr sz="2100" b="0">
                <a:solidFill>
                  <a:srgbClr val="516374"/>
                </a:solidFill>
                <a:latin typeface="Arial"/>
                <a:ea typeface="Arial"/>
                <a:cs typeface="Arial"/>
              </a:defRPr>
            </a:lvl2pPr>
            <a:lvl3pPr>
              <a:defRPr sz="2100" b="0">
                <a:solidFill>
                  <a:srgbClr val="516374"/>
                </a:solidFill>
                <a:latin typeface="Arial"/>
                <a:ea typeface="Arial"/>
                <a:cs typeface="Arial"/>
              </a:defRPr>
            </a:lvl3pPr>
            <a:lvl4pPr>
              <a:defRPr sz="2100" b="0">
                <a:solidFill>
                  <a:srgbClr val="516374"/>
                </a:solidFill>
                <a:latin typeface="Arial"/>
                <a:ea typeface="Arial"/>
                <a:cs typeface="Arial"/>
              </a:defRPr>
            </a:lvl4pPr>
            <a:lvl5pPr>
              <a:defRPr sz="2100" b="0">
                <a:solidFill>
                  <a:srgbClr val="516374"/>
                </a:solidFill>
                <a:latin typeface="Arial"/>
                <a:ea typeface="Arial"/>
                <a:cs typeface="Arial"/>
              </a:defRPr>
            </a:lvl5pPr>
            <a:lvl6pPr>
              <a:defRPr sz="2100" b="0">
                <a:solidFill>
                  <a:srgbClr val="516374"/>
                </a:solidFill>
                <a:latin typeface="Arial"/>
                <a:ea typeface="Arial"/>
                <a:cs typeface="Arial"/>
              </a:defRPr>
            </a:lvl6pPr>
            <a:lvl7pPr>
              <a:defRPr sz="2100" b="0">
                <a:solidFill>
                  <a:srgbClr val="516374"/>
                </a:solidFill>
                <a:latin typeface="Arial"/>
                <a:ea typeface="Arial"/>
                <a:cs typeface="Arial"/>
              </a:defRPr>
            </a:lvl7pPr>
            <a:lvl8pPr>
              <a:defRPr sz="2100" b="0">
                <a:solidFill>
                  <a:srgbClr val="516374"/>
                </a:solidFill>
                <a:latin typeface="Arial"/>
                <a:ea typeface="Arial"/>
                <a:cs typeface="Arial"/>
              </a:defRPr>
            </a:lvl8pPr>
            <a:lvl9pPr>
              <a:defRPr sz="2100" b="0">
                <a:solidFill>
                  <a:srgbClr val="516374"/>
                </a:solidFill>
                <a:latin typeface="Arial"/>
                <a:ea typeface="Arial"/>
                <a:cs typeface="Arial"/>
              </a:defRPr>
            </a:lvl9pPr>
          </a:lstStyle>
          <a:p xmlns:a="http://schemas.openxmlformats.org/drawingml/2006/main">
            <a:pPr>
              <a:defRPr sz="2100" b="0">
                <a:solidFill>
                  <a:srgbClr val="516374"/>
                </a:solidFill>
                <a:latin typeface="Arial"/>
                <a:ea typeface="Arial"/>
                <a:cs typeface="Arial"/>
              </a:defRPr>
            </a:pPr>
            <a:r>
              <a:rPr sz="2100" b="0">
                <a:solidFill>
                  <a:srgbClr val="516374"/>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99DA08A1-9B31-464B-96DB-AF38798D3F15}"/>
              </a:ext>
            </a:extLst>
          </p:cNvPr>
          <p:cNvSpPr>
            <a:spLocks xmlns:a="http://schemas.openxmlformats.org/drawingml/2006/main" noGrp="1"/>
          </p:cNvSpPr>
          <p:nvPr/>
        </p:nvSpPr>
        <p:spPr>
          <a:xfrm xmlns:a="http://schemas.openxmlformats.org/drawingml/2006/main">
            <a:off x="1504950" y="2457450"/>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7324D"/>
                </a:solidFill>
                <a:latin typeface="Arial"/>
                <a:ea typeface="Arial"/>
                <a:cs typeface="Arial"/>
              </a:defRPr>
            </a:defPPr>
            <a:lvl1pPr>
              <a:defRPr sz="2175" b="1">
                <a:solidFill>
                  <a:srgbClr val="17324D"/>
                </a:solidFill>
                <a:latin typeface="Arial"/>
                <a:ea typeface="Arial"/>
                <a:cs typeface="Arial"/>
              </a:defRPr>
            </a:lvl1pPr>
            <a:lvl2pPr>
              <a:defRPr sz="2175" b="1">
                <a:solidFill>
                  <a:srgbClr val="17324D"/>
                </a:solidFill>
                <a:latin typeface="Arial"/>
                <a:ea typeface="Arial"/>
                <a:cs typeface="Arial"/>
              </a:defRPr>
            </a:lvl2pPr>
            <a:lvl3pPr>
              <a:defRPr sz="2175" b="1">
                <a:solidFill>
                  <a:srgbClr val="17324D"/>
                </a:solidFill>
                <a:latin typeface="Arial"/>
                <a:ea typeface="Arial"/>
                <a:cs typeface="Arial"/>
              </a:defRPr>
            </a:lvl3pPr>
            <a:lvl4pPr>
              <a:defRPr sz="2175" b="1">
                <a:solidFill>
                  <a:srgbClr val="17324D"/>
                </a:solidFill>
                <a:latin typeface="Arial"/>
                <a:ea typeface="Arial"/>
                <a:cs typeface="Arial"/>
              </a:defRPr>
            </a:lvl4pPr>
            <a:lvl5pPr>
              <a:defRPr sz="2175" b="1">
                <a:solidFill>
                  <a:srgbClr val="17324D"/>
                </a:solidFill>
                <a:latin typeface="Arial"/>
                <a:ea typeface="Arial"/>
                <a:cs typeface="Arial"/>
              </a:defRPr>
            </a:lvl5pPr>
            <a:lvl6pPr>
              <a:defRPr sz="2175" b="1">
                <a:solidFill>
                  <a:srgbClr val="17324D"/>
                </a:solidFill>
                <a:latin typeface="Arial"/>
                <a:ea typeface="Arial"/>
                <a:cs typeface="Arial"/>
              </a:defRPr>
            </a:lvl6pPr>
            <a:lvl7pPr>
              <a:defRPr sz="2175" b="1">
                <a:solidFill>
                  <a:srgbClr val="17324D"/>
                </a:solidFill>
                <a:latin typeface="Arial"/>
                <a:ea typeface="Arial"/>
                <a:cs typeface="Arial"/>
              </a:defRPr>
            </a:lvl7pPr>
            <a:lvl8pPr>
              <a:defRPr sz="2175" b="1">
                <a:solidFill>
                  <a:srgbClr val="17324D"/>
                </a:solidFill>
                <a:latin typeface="Arial"/>
                <a:ea typeface="Arial"/>
                <a:cs typeface="Arial"/>
              </a:defRPr>
            </a:lvl8pPr>
            <a:lvl9pPr>
              <a:defRPr sz="2175" b="1">
                <a:solidFill>
                  <a:srgbClr val="17324D"/>
                </a:solidFill>
                <a:latin typeface="Arial"/>
                <a:ea typeface="Arial"/>
                <a:cs typeface="Arial"/>
              </a:defRPr>
            </a:lvl9pPr>
          </a:lstStyle>
          <a:p xmlns:a="http://schemas.openxmlformats.org/drawingml/2006/main">
            <a:pPr>
              <a:defRPr sz="2175" b="1">
                <a:solidFill>
                  <a:srgbClr val="17324D"/>
                </a:solidFill>
                <a:latin typeface="Arial"/>
                <a:ea typeface="Arial"/>
                <a:cs typeface="Arial"/>
              </a:defRPr>
            </a:pPr>
            <a:r>
              <a:rPr sz="2175" b="1">
                <a:solidFill>
                  <a:srgbClr val="17324D"/>
                </a:solidFill>
                <a:latin typeface="Arial"/>
                <a:ea typeface="Arial"/>
                <a:cs typeface="Arial"/>
              </a:rPr>
              <a:t>Équipements</a:t>
            </a:r>
          </a:p>
        </p:txBody>
      </p:sp>
      <p:sp>
        <p:nvSpPr>
          <p:cNvPr id="9" name="">
            <a:extLst xmlns:a="http://schemas.openxmlformats.org/drawingml/2006/main">
              <a:ext uri="{FF2B5EF4-FFF2-40B4-BE49-F238E27FC236}">
                <a16:creationId xmlns:a16="http://schemas.microsoft.com/office/drawing/2014/main" id="{B1140CAA-5439-469D-BFED-A3574B70C457}"/>
              </a:ext>
            </a:extLst>
          </p:cNvPr>
          <p:cNvSpPr>
            <a:spLocks xmlns:a="http://schemas.openxmlformats.org/drawingml/2006/main" noGrp="1"/>
          </p:cNvSpPr>
          <p:nvPr/>
        </p:nvSpPr>
        <p:spPr>
          <a:xfrm xmlns:a="http://schemas.openxmlformats.org/drawingml/2006/main">
            <a:off x="1504950" y="2857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43542"/>
                </a:solidFill>
                <a:latin typeface="Arial"/>
                <a:ea typeface="Arial"/>
                <a:cs typeface="Arial"/>
              </a:defRPr>
            </a:defPPr>
            <a:lvl1pPr>
              <a:defRPr sz="1875" b="0">
                <a:solidFill>
                  <a:srgbClr val="243542"/>
                </a:solidFill>
                <a:latin typeface="Arial"/>
                <a:ea typeface="Arial"/>
                <a:cs typeface="Arial"/>
              </a:defRPr>
            </a:lvl1pPr>
            <a:lvl2pPr>
              <a:defRPr sz="1875" b="0">
                <a:solidFill>
                  <a:srgbClr val="243542"/>
                </a:solidFill>
                <a:latin typeface="Arial"/>
                <a:ea typeface="Arial"/>
                <a:cs typeface="Arial"/>
              </a:defRPr>
            </a:lvl2pPr>
            <a:lvl3pPr>
              <a:defRPr sz="1875" b="0">
                <a:solidFill>
                  <a:srgbClr val="243542"/>
                </a:solidFill>
                <a:latin typeface="Arial"/>
                <a:ea typeface="Arial"/>
                <a:cs typeface="Arial"/>
              </a:defRPr>
            </a:lvl3pPr>
            <a:lvl4pPr>
              <a:defRPr sz="1875" b="0">
                <a:solidFill>
                  <a:srgbClr val="243542"/>
                </a:solidFill>
                <a:latin typeface="Arial"/>
                <a:ea typeface="Arial"/>
                <a:cs typeface="Arial"/>
              </a:defRPr>
            </a:lvl4pPr>
            <a:lvl5pPr>
              <a:defRPr sz="1875" b="0">
                <a:solidFill>
                  <a:srgbClr val="243542"/>
                </a:solidFill>
                <a:latin typeface="Arial"/>
                <a:ea typeface="Arial"/>
                <a:cs typeface="Arial"/>
              </a:defRPr>
            </a:lvl5pPr>
            <a:lvl6pPr>
              <a:defRPr sz="1875" b="0">
                <a:solidFill>
                  <a:srgbClr val="243542"/>
                </a:solidFill>
                <a:latin typeface="Arial"/>
                <a:ea typeface="Arial"/>
                <a:cs typeface="Arial"/>
              </a:defRPr>
            </a:lvl6pPr>
            <a:lvl7pPr>
              <a:defRPr sz="1875" b="0">
                <a:solidFill>
                  <a:srgbClr val="243542"/>
                </a:solidFill>
                <a:latin typeface="Arial"/>
                <a:ea typeface="Arial"/>
                <a:cs typeface="Arial"/>
              </a:defRPr>
            </a:lvl7pPr>
            <a:lvl8pPr>
              <a:defRPr sz="1875" b="0">
                <a:solidFill>
                  <a:srgbClr val="243542"/>
                </a:solidFill>
                <a:latin typeface="Arial"/>
                <a:ea typeface="Arial"/>
                <a:cs typeface="Arial"/>
              </a:defRPr>
            </a:lvl8pPr>
            <a:lvl9pPr>
              <a:defRPr sz="1875" b="0">
                <a:solidFill>
                  <a:srgbClr val="243542"/>
                </a:solidFill>
                <a:latin typeface="Arial"/>
                <a:ea typeface="Arial"/>
                <a:cs typeface="Arial"/>
              </a:defRPr>
            </a:lvl9pPr>
          </a:lstStyle>
          <a:p xmlns:a="http://schemas.openxmlformats.org/drawingml/2006/main">
            <a:pPr>
              <a:defRPr sz="1875" b="0">
                <a:solidFill>
                  <a:srgbClr val="243542"/>
                </a:solidFill>
                <a:latin typeface="Arial"/>
                <a:ea typeface="Arial"/>
                <a:cs typeface="Arial"/>
              </a:defRPr>
            </a:pPr>
            <a:r>
              <a:rPr sz="1875" b="0">
                <a:solidFill>
                  <a:srgbClr val="243542"/>
                </a:solidFill>
                <a:latin typeface="Arial"/>
                <a:ea typeface="Arial"/>
                <a:cs typeface="Arial"/>
              </a:rPr>
              <a:t>Séries, inventaire, photos avant/après et diagnostics datés.</a:t>
            </a:r>
          </a:p>
        </p:txBody>
      </p:sp>
      <p:sp>
        <p:nvSpPr>
          <p:cNvPr id="10" name="">
            <a:extLst xmlns:a="http://schemas.openxmlformats.org/drawingml/2006/main">
              <a:ext uri="{FF2B5EF4-FFF2-40B4-BE49-F238E27FC236}">
                <a16:creationId xmlns:a16="http://schemas.microsoft.com/office/drawing/2014/main" id="{172E0BB9-6872-4020-83E3-690CC60AC1C4}"/>
              </a:ext>
            </a:extLst>
          </p:cNvPr>
          <p:cNvSpPr>
            <a:spLocks xmlns:a="http://schemas.openxmlformats.org/drawingml/2006/main" noGrp="1"/>
          </p:cNvSpPr>
          <p:nvPr/>
        </p:nvSpPr>
        <p:spPr>
          <a:xfrm xmlns:a="http://schemas.openxmlformats.org/drawingml/2006/main">
            <a:off x="628650" y="335280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516374"/>
                </a:solidFill>
                <a:latin typeface="Arial"/>
                <a:ea typeface="Arial"/>
                <a:cs typeface="Arial"/>
              </a:defRPr>
            </a:defPPr>
            <a:lvl1pPr>
              <a:defRPr sz="2100" b="0">
                <a:solidFill>
                  <a:srgbClr val="516374"/>
                </a:solidFill>
                <a:latin typeface="Arial"/>
                <a:ea typeface="Arial"/>
                <a:cs typeface="Arial"/>
              </a:defRPr>
            </a:lvl1pPr>
            <a:lvl2pPr>
              <a:defRPr sz="2100" b="0">
                <a:solidFill>
                  <a:srgbClr val="516374"/>
                </a:solidFill>
                <a:latin typeface="Arial"/>
                <a:ea typeface="Arial"/>
                <a:cs typeface="Arial"/>
              </a:defRPr>
            </a:lvl2pPr>
            <a:lvl3pPr>
              <a:defRPr sz="2100" b="0">
                <a:solidFill>
                  <a:srgbClr val="516374"/>
                </a:solidFill>
                <a:latin typeface="Arial"/>
                <a:ea typeface="Arial"/>
                <a:cs typeface="Arial"/>
              </a:defRPr>
            </a:lvl3pPr>
            <a:lvl4pPr>
              <a:defRPr sz="2100" b="0">
                <a:solidFill>
                  <a:srgbClr val="516374"/>
                </a:solidFill>
                <a:latin typeface="Arial"/>
                <a:ea typeface="Arial"/>
                <a:cs typeface="Arial"/>
              </a:defRPr>
            </a:lvl4pPr>
            <a:lvl5pPr>
              <a:defRPr sz="2100" b="0">
                <a:solidFill>
                  <a:srgbClr val="516374"/>
                </a:solidFill>
                <a:latin typeface="Arial"/>
                <a:ea typeface="Arial"/>
                <a:cs typeface="Arial"/>
              </a:defRPr>
            </a:lvl5pPr>
            <a:lvl6pPr>
              <a:defRPr sz="2100" b="0">
                <a:solidFill>
                  <a:srgbClr val="516374"/>
                </a:solidFill>
                <a:latin typeface="Arial"/>
                <a:ea typeface="Arial"/>
                <a:cs typeface="Arial"/>
              </a:defRPr>
            </a:lvl6pPr>
            <a:lvl7pPr>
              <a:defRPr sz="2100" b="0">
                <a:solidFill>
                  <a:srgbClr val="516374"/>
                </a:solidFill>
                <a:latin typeface="Arial"/>
                <a:ea typeface="Arial"/>
                <a:cs typeface="Arial"/>
              </a:defRPr>
            </a:lvl7pPr>
            <a:lvl8pPr>
              <a:defRPr sz="2100" b="0">
                <a:solidFill>
                  <a:srgbClr val="516374"/>
                </a:solidFill>
                <a:latin typeface="Arial"/>
                <a:ea typeface="Arial"/>
                <a:cs typeface="Arial"/>
              </a:defRPr>
            </a:lvl8pPr>
            <a:lvl9pPr>
              <a:defRPr sz="2100" b="0">
                <a:solidFill>
                  <a:srgbClr val="516374"/>
                </a:solidFill>
                <a:latin typeface="Arial"/>
                <a:ea typeface="Arial"/>
                <a:cs typeface="Arial"/>
              </a:defRPr>
            </a:lvl9pPr>
          </a:lstStyle>
          <a:p xmlns:a="http://schemas.openxmlformats.org/drawingml/2006/main">
            <a:pPr>
              <a:defRPr sz="2100" b="0">
                <a:solidFill>
                  <a:srgbClr val="516374"/>
                </a:solidFill>
                <a:latin typeface="Arial"/>
                <a:ea typeface="Arial"/>
                <a:cs typeface="Arial"/>
              </a:defRPr>
            </a:pPr>
            <a:r>
              <a:rPr sz="2100" b="0">
                <a:solidFill>
                  <a:srgbClr val="516374"/>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FDA5A24D-4F99-47FE-9832-888412228550}"/>
              </a:ext>
            </a:extLst>
          </p:cNvPr>
          <p:cNvSpPr>
            <a:spLocks xmlns:a="http://schemas.openxmlformats.org/drawingml/2006/main" noGrp="1"/>
          </p:cNvSpPr>
          <p:nvPr/>
        </p:nvSpPr>
        <p:spPr>
          <a:xfrm xmlns:a="http://schemas.openxmlformats.org/drawingml/2006/main">
            <a:off x="1504950" y="3352800"/>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7324D"/>
                </a:solidFill>
                <a:latin typeface="Arial"/>
                <a:ea typeface="Arial"/>
                <a:cs typeface="Arial"/>
              </a:defRPr>
            </a:defPPr>
            <a:lvl1pPr>
              <a:defRPr sz="2175" b="1">
                <a:solidFill>
                  <a:srgbClr val="17324D"/>
                </a:solidFill>
                <a:latin typeface="Arial"/>
                <a:ea typeface="Arial"/>
                <a:cs typeface="Arial"/>
              </a:defRPr>
            </a:lvl1pPr>
            <a:lvl2pPr>
              <a:defRPr sz="2175" b="1">
                <a:solidFill>
                  <a:srgbClr val="17324D"/>
                </a:solidFill>
                <a:latin typeface="Arial"/>
                <a:ea typeface="Arial"/>
                <a:cs typeface="Arial"/>
              </a:defRPr>
            </a:lvl2pPr>
            <a:lvl3pPr>
              <a:defRPr sz="2175" b="1">
                <a:solidFill>
                  <a:srgbClr val="17324D"/>
                </a:solidFill>
                <a:latin typeface="Arial"/>
                <a:ea typeface="Arial"/>
                <a:cs typeface="Arial"/>
              </a:defRPr>
            </a:lvl3pPr>
            <a:lvl4pPr>
              <a:defRPr sz="2175" b="1">
                <a:solidFill>
                  <a:srgbClr val="17324D"/>
                </a:solidFill>
                <a:latin typeface="Arial"/>
                <a:ea typeface="Arial"/>
                <a:cs typeface="Arial"/>
              </a:defRPr>
            </a:lvl4pPr>
            <a:lvl5pPr>
              <a:defRPr sz="2175" b="1">
                <a:solidFill>
                  <a:srgbClr val="17324D"/>
                </a:solidFill>
                <a:latin typeface="Arial"/>
                <a:ea typeface="Arial"/>
                <a:cs typeface="Arial"/>
              </a:defRPr>
            </a:lvl5pPr>
            <a:lvl6pPr>
              <a:defRPr sz="2175" b="1">
                <a:solidFill>
                  <a:srgbClr val="17324D"/>
                </a:solidFill>
                <a:latin typeface="Arial"/>
                <a:ea typeface="Arial"/>
                <a:cs typeface="Arial"/>
              </a:defRPr>
            </a:lvl6pPr>
            <a:lvl7pPr>
              <a:defRPr sz="2175" b="1">
                <a:solidFill>
                  <a:srgbClr val="17324D"/>
                </a:solidFill>
                <a:latin typeface="Arial"/>
                <a:ea typeface="Arial"/>
                <a:cs typeface="Arial"/>
              </a:defRPr>
            </a:lvl7pPr>
            <a:lvl8pPr>
              <a:defRPr sz="2175" b="1">
                <a:solidFill>
                  <a:srgbClr val="17324D"/>
                </a:solidFill>
                <a:latin typeface="Arial"/>
                <a:ea typeface="Arial"/>
                <a:cs typeface="Arial"/>
              </a:defRPr>
            </a:lvl8pPr>
            <a:lvl9pPr>
              <a:defRPr sz="2175" b="1">
                <a:solidFill>
                  <a:srgbClr val="17324D"/>
                </a:solidFill>
                <a:latin typeface="Arial"/>
                <a:ea typeface="Arial"/>
                <a:cs typeface="Arial"/>
              </a:defRPr>
            </a:lvl9pPr>
          </a:lstStyle>
          <a:p xmlns:a="http://schemas.openxmlformats.org/drawingml/2006/main">
            <a:pPr>
              <a:defRPr sz="2175" b="1">
                <a:solidFill>
                  <a:srgbClr val="17324D"/>
                </a:solidFill>
                <a:latin typeface="Arial"/>
                <a:ea typeface="Arial"/>
                <a:cs typeface="Arial"/>
              </a:defRPr>
            </a:pPr>
            <a:r>
              <a:rPr sz="2175" b="1">
                <a:solidFill>
                  <a:srgbClr val="17324D"/>
                </a:solidFill>
                <a:latin typeface="Arial"/>
                <a:ea typeface="Arial"/>
                <a:cs typeface="Arial"/>
              </a:rPr>
              <a:t>Travaux</a:t>
            </a:r>
          </a:p>
        </p:txBody>
      </p:sp>
      <p:sp>
        <p:nvSpPr>
          <p:cNvPr id="12" name="">
            <a:extLst xmlns:a="http://schemas.openxmlformats.org/drawingml/2006/main">
              <a:ext uri="{FF2B5EF4-FFF2-40B4-BE49-F238E27FC236}">
                <a16:creationId xmlns:a16="http://schemas.microsoft.com/office/drawing/2014/main" id="{DDDE376A-1885-4EE6-9392-9805DCE07233}"/>
              </a:ext>
            </a:extLst>
          </p:cNvPr>
          <p:cNvSpPr>
            <a:spLocks xmlns:a="http://schemas.openxmlformats.org/drawingml/2006/main" noGrp="1"/>
          </p:cNvSpPr>
          <p:nvPr/>
        </p:nvSpPr>
        <p:spPr>
          <a:xfrm xmlns:a="http://schemas.openxmlformats.org/drawingml/2006/main">
            <a:off x="1504950" y="37528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43542"/>
                </a:solidFill>
                <a:latin typeface="Arial"/>
                <a:ea typeface="Arial"/>
                <a:cs typeface="Arial"/>
              </a:defRPr>
            </a:defPPr>
            <a:lvl1pPr>
              <a:defRPr sz="1875" b="0">
                <a:solidFill>
                  <a:srgbClr val="243542"/>
                </a:solidFill>
                <a:latin typeface="Arial"/>
                <a:ea typeface="Arial"/>
                <a:cs typeface="Arial"/>
              </a:defRPr>
            </a:lvl1pPr>
            <a:lvl2pPr>
              <a:defRPr sz="1875" b="0">
                <a:solidFill>
                  <a:srgbClr val="243542"/>
                </a:solidFill>
                <a:latin typeface="Arial"/>
                <a:ea typeface="Arial"/>
                <a:cs typeface="Arial"/>
              </a:defRPr>
            </a:lvl2pPr>
            <a:lvl3pPr>
              <a:defRPr sz="1875" b="0">
                <a:solidFill>
                  <a:srgbClr val="243542"/>
                </a:solidFill>
                <a:latin typeface="Arial"/>
                <a:ea typeface="Arial"/>
                <a:cs typeface="Arial"/>
              </a:defRPr>
            </a:lvl3pPr>
            <a:lvl4pPr>
              <a:defRPr sz="1875" b="0">
                <a:solidFill>
                  <a:srgbClr val="243542"/>
                </a:solidFill>
                <a:latin typeface="Arial"/>
                <a:ea typeface="Arial"/>
                <a:cs typeface="Arial"/>
              </a:defRPr>
            </a:lvl4pPr>
            <a:lvl5pPr>
              <a:defRPr sz="1875" b="0">
                <a:solidFill>
                  <a:srgbClr val="243542"/>
                </a:solidFill>
                <a:latin typeface="Arial"/>
                <a:ea typeface="Arial"/>
                <a:cs typeface="Arial"/>
              </a:defRPr>
            </a:lvl5pPr>
            <a:lvl6pPr>
              <a:defRPr sz="1875" b="0">
                <a:solidFill>
                  <a:srgbClr val="243542"/>
                </a:solidFill>
                <a:latin typeface="Arial"/>
                <a:ea typeface="Arial"/>
                <a:cs typeface="Arial"/>
              </a:defRPr>
            </a:lvl6pPr>
            <a:lvl7pPr>
              <a:defRPr sz="1875" b="0">
                <a:solidFill>
                  <a:srgbClr val="243542"/>
                </a:solidFill>
                <a:latin typeface="Arial"/>
                <a:ea typeface="Arial"/>
                <a:cs typeface="Arial"/>
              </a:defRPr>
            </a:lvl7pPr>
            <a:lvl8pPr>
              <a:defRPr sz="1875" b="0">
                <a:solidFill>
                  <a:srgbClr val="243542"/>
                </a:solidFill>
                <a:latin typeface="Arial"/>
                <a:ea typeface="Arial"/>
                <a:cs typeface="Arial"/>
              </a:defRPr>
            </a:lvl8pPr>
            <a:lvl9pPr>
              <a:defRPr sz="1875" b="0">
                <a:solidFill>
                  <a:srgbClr val="243542"/>
                </a:solidFill>
                <a:latin typeface="Arial"/>
                <a:ea typeface="Arial"/>
                <a:cs typeface="Arial"/>
              </a:defRPr>
            </a:lvl9pPr>
          </a:lstStyle>
          <a:p xmlns:a="http://schemas.openxmlformats.org/drawingml/2006/main">
            <a:pPr>
              <a:defRPr sz="1875" b="0">
                <a:solidFill>
                  <a:srgbClr val="243542"/>
                </a:solidFill>
                <a:latin typeface="Arial"/>
                <a:ea typeface="Arial"/>
                <a:cs typeface="Arial"/>
              </a:defRPr>
            </a:pPr>
            <a:r>
              <a:rPr sz="1875" b="0">
                <a:solidFill>
                  <a:srgbClr val="243542"/>
                </a:solidFill>
                <a:latin typeface="Arial"/>
                <a:ea typeface="Arial"/>
                <a:cs typeface="Arial"/>
              </a:rPr>
              <a:t>Factures finales, exécution, mise en route et état à la remise.</a:t>
            </a:r>
          </a:p>
        </p:txBody>
      </p:sp>
      <p:sp>
        <p:nvSpPr>
          <p:cNvPr id="13" name="">
            <a:extLst xmlns:a="http://schemas.openxmlformats.org/drawingml/2006/main">
              <a:ext uri="{FF2B5EF4-FFF2-40B4-BE49-F238E27FC236}">
                <a16:creationId xmlns:a16="http://schemas.microsoft.com/office/drawing/2014/main" id="{112DF06F-DFCF-45C2-B2DB-D239A2886AD6}"/>
              </a:ext>
            </a:extLst>
          </p:cNvPr>
          <p:cNvSpPr>
            <a:spLocks xmlns:a="http://schemas.openxmlformats.org/drawingml/2006/main" noGrp="1"/>
          </p:cNvSpPr>
          <p:nvPr/>
        </p:nvSpPr>
        <p:spPr>
          <a:xfrm xmlns:a="http://schemas.openxmlformats.org/drawingml/2006/main">
            <a:off x="628650" y="42481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516374"/>
                </a:solidFill>
                <a:latin typeface="Arial"/>
                <a:ea typeface="Arial"/>
                <a:cs typeface="Arial"/>
              </a:defRPr>
            </a:defPPr>
            <a:lvl1pPr>
              <a:defRPr sz="2100" b="0">
                <a:solidFill>
                  <a:srgbClr val="516374"/>
                </a:solidFill>
                <a:latin typeface="Arial"/>
                <a:ea typeface="Arial"/>
                <a:cs typeface="Arial"/>
              </a:defRPr>
            </a:lvl1pPr>
            <a:lvl2pPr>
              <a:defRPr sz="2100" b="0">
                <a:solidFill>
                  <a:srgbClr val="516374"/>
                </a:solidFill>
                <a:latin typeface="Arial"/>
                <a:ea typeface="Arial"/>
                <a:cs typeface="Arial"/>
              </a:defRPr>
            </a:lvl2pPr>
            <a:lvl3pPr>
              <a:defRPr sz="2100" b="0">
                <a:solidFill>
                  <a:srgbClr val="516374"/>
                </a:solidFill>
                <a:latin typeface="Arial"/>
                <a:ea typeface="Arial"/>
                <a:cs typeface="Arial"/>
              </a:defRPr>
            </a:lvl3pPr>
            <a:lvl4pPr>
              <a:defRPr sz="2100" b="0">
                <a:solidFill>
                  <a:srgbClr val="516374"/>
                </a:solidFill>
                <a:latin typeface="Arial"/>
                <a:ea typeface="Arial"/>
                <a:cs typeface="Arial"/>
              </a:defRPr>
            </a:lvl4pPr>
            <a:lvl5pPr>
              <a:defRPr sz="2100" b="0">
                <a:solidFill>
                  <a:srgbClr val="516374"/>
                </a:solidFill>
                <a:latin typeface="Arial"/>
                <a:ea typeface="Arial"/>
                <a:cs typeface="Arial"/>
              </a:defRPr>
            </a:lvl5pPr>
            <a:lvl6pPr>
              <a:defRPr sz="2100" b="0">
                <a:solidFill>
                  <a:srgbClr val="516374"/>
                </a:solidFill>
                <a:latin typeface="Arial"/>
                <a:ea typeface="Arial"/>
                <a:cs typeface="Arial"/>
              </a:defRPr>
            </a:lvl6pPr>
            <a:lvl7pPr>
              <a:defRPr sz="2100" b="0">
                <a:solidFill>
                  <a:srgbClr val="516374"/>
                </a:solidFill>
                <a:latin typeface="Arial"/>
                <a:ea typeface="Arial"/>
                <a:cs typeface="Arial"/>
              </a:defRPr>
            </a:lvl7pPr>
            <a:lvl8pPr>
              <a:defRPr sz="2100" b="0">
                <a:solidFill>
                  <a:srgbClr val="516374"/>
                </a:solidFill>
                <a:latin typeface="Arial"/>
                <a:ea typeface="Arial"/>
                <a:cs typeface="Arial"/>
              </a:defRPr>
            </a:lvl8pPr>
            <a:lvl9pPr>
              <a:defRPr sz="2100" b="0">
                <a:solidFill>
                  <a:srgbClr val="516374"/>
                </a:solidFill>
                <a:latin typeface="Arial"/>
                <a:ea typeface="Arial"/>
                <a:cs typeface="Arial"/>
              </a:defRPr>
            </a:lvl9pPr>
          </a:lstStyle>
          <a:p xmlns:a="http://schemas.openxmlformats.org/drawingml/2006/main">
            <a:pPr>
              <a:defRPr sz="2100" b="0">
                <a:solidFill>
                  <a:srgbClr val="516374"/>
                </a:solidFill>
                <a:latin typeface="Arial"/>
                <a:ea typeface="Arial"/>
                <a:cs typeface="Arial"/>
              </a:defRPr>
            </a:pPr>
            <a:r>
              <a:rPr sz="2100" b="0">
                <a:solidFill>
                  <a:srgbClr val="516374"/>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3E8A16AD-F1DB-435E-B24D-2E61AE815D73}"/>
              </a:ext>
            </a:extLst>
          </p:cNvPr>
          <p:cNvSpPr>
            <a:spLocks xmlns:a="http://schemas.openxmlformats.org/drawingml/2006/main" noGrp="1"/>
          </p:cNvSpPr>
          <p:nvPr/>
        </p:nvSpPr>
        <p:spPr>
          <a:xfrm xmlns:a="http://schemas.openxmlformats.org/drawingml/2006/main">
            <a:off x="1504950" y="4248150"/>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7324D"/>
                </a:solidFill>
                <a:latin typeface="Arial"/>
                <a:ea typeface="Arial"/>
                <a:cs typeface="Arial"/>
              </a:defRPr>
            </a:defPPr>
            <a:lvl1pPr>
              <a:defRPr sz="2175" b="1">
                <a:solidFill>
                  <a:srgbClr val="17324D"/>
                </a:solidFill>
                <a:latin typeface="Arial"/>
                <a:ea typeface="Arial"/>
                <a:cs typeface="Arial"/>
              </a:defRPr>
            </a:lvl1pPr>
            <a:lvl2pPr>
              <a:defRPr sz="2175" b="1">
                <a:solidFill>
                  <a:srgbClr val="17324D"/>
                </a:solidFill>
                <a:latin typeface="Arial"/>
                <a:ea typeface="Arial"/>
                <a:cs typeface="Arial"/>
              </a:defRPr>
            </a:lvl2pPr>
            <a:lvl3pPr>
              <a:defRPr sz="2175" b="1">
                <a:solidFill>
                  <a:srgbClr val="17324D"/>
                </a:solidFill>
                <a:latin typeface="Arial"/>
                <a:ea typeface="Arial"/>
                <a:cs typeface="Arial"/>
              </a:defRPr>
            </a:lvl3pPr>
            <a:lvl4pPr>
              <a:defRPr sz="2175" b="1">
                <a:solidFill>
                  <a:srgbClr val="17324D"/>
                </a:solidFill>
                <a:latin typeface="Arial"/>
                <a:ea typeface="Arial"/>
                <a:cs typeface="Arial"/>
              </a:defRPr>
            </a:lvl4pPr>
            <a:lvl5pPr>
              <a:defRPr sz="2175" b="1">
                <a:solidFill>
                  <a:srgbClr val="17324D"/>
                </a:solidFill>
                <a:latin typeface="Arial"/>
                <a:ea typeface="Arial"/>
                <a:cs typeface="Arial"/>
              </a:defRPr>
            </a:lvl5pPr>
            <a:lvl6pPr>
              <a:defRPr sz="2175" b="1">
                <a:solidFill>
                  <a:srgbClr val="17324D"/>
                </a:solidFill>
                <a:latin typeface="Arial"/>
                <a:ea typeface="Arial"/>
                <a:cs typeface="Arial"/>
              </a:defRPr>
            </a:lvl6pPr>
            <a:lvl7pPr>
              <a:defRPr sz="2175" b="1">
                <a:solidFill>
                  <a:srgbClr val="17324D"/>
                </a:solidFill>
                <a:latin typeface="Arial"/>
                <a:ea typeface="Arial"/>
                <a:cs typeface="Arial"/>
              </a:defRPr>
            </a:lvl7pPr>
            <a:lvl8pPr>
              <a:defRPr sz="2175" b="1">
                <a:solidFill>
                  <a:srgbClr val="17324D"/>
                </a:solidFill>
                <a:latin typeface="Arial"/>
                <a:ea typeface="Arial"/>
                <a:cs typeface="Arial"/>
              </a:defRPr>
            </a:lvl8pPr>
            <a:lvl9pPr>
              <a:defRPr sz="2175" b="1">
                <a:solidFill>
                  <a:srgbClr val="17324D"/>
                </a:solidFill>
                <a:latin typeface="Arial"/>
                <a:ea typeface="Arial"/>
                <a:cs typeface="Arial"/>
              </a:defRPr>
            </a:lvl9pPr>
          </a:lstStyle>
          <a:p xmlns:a="http://schemas.openxmlformats.org/drawingml/2006/main">
            <a:pPr>
              <a:defRPr sz="2175" b="1">
                <a:solidFill>
                  <a:srgbClr val="17324D"/>
                </a:solidFill>
                <a:latin typeface="Arial"/>
                <a:ea typeface="Arial"/>
                <a:cs typeface="Arial"/>
              </a:defRPr>
            </a:pPr>
            <a:r>
              <a:rPr sz="2175" b="1">
                <a:solidFill>
                  <a:srgbClr val="17324D"/>
                </a:solidFill>
                <a:latin typeface="Arial"/>
                <a:ea typeface="Arial"/>
                <a:cs typeface="Arial"/>
              </a:rPr>
              <a:t>Exploitation</a:t>
            </a:r>
          </a:p>
        </p:txBody>
      </p:sp>
      <p:sp>
        <p:nvSpPr>
          <p:cNvPr id="15" name="">
            <a:extLst xmlns:a="http://schemas.openxmlformats.org/drawingml/2006/main">
              <a:ext uri="{FF2B5EF4-FFF2-40B4-BE49-F238E27FC236}">
                <a16:creationId xmlns:a16="http://schemas.microsoft.com/office/drawing/2014/main" id="{B7C43C55-EDDE-4A84-A59D-81E2EB8D1F94}"/>
              </a:ext>
            </a:extLst>
          </p:cNvPr>
          <p:cNvSpPr>
            <a:spLocks xmlns:a="http://schemas.openxmlformats.org/drawingml/2006/main" noGrp="1"/>
          </p:cNvSpPr>
          <p:nvPr/>
        </p:nvSpPr>
        <p:spPr>
          <a:xfrm xmlns:a="http://schemas.openxmlformats.org/drawingml/2006/main">
            <a:off x="1504950" y="46482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43542"/>
                </a:solidFill>
                <a:latin typeface="Arial"/>
                <a:ea typeface="Arial"/>
                <a:cs typeface="Arial"/>
              </a:defRPr>
            </a:defPPr>
            <a:lvl1pPr>
              <a:defRPr sz="1875" b="0">
                <a:solidFill>
                  <a:srgbClr val="243542"/>
                </a:solidFill>
                <a:latin typeface="Arial"/>
                <a:ea typeface="Arial"/>
                <a:cs typeface="Arial"/>
              </a:defRPr>
            </a:lvl1pPr>
            <a:lvl2pPr>
              <a:defRPr sz="1875" b="0">
                <a:solidFill>
                  <a:srgbClr val="243542"/>
                </a:solidFill>
                <a:latin typeface="Arial"/>
                <a:ea typeface="Arial"/>
                <a:cs typeface="Arial"/>
              </a:defRPr>
            </a:lvl2pPr>
            <a:lvl3pPr>
              <a:defRPr sz="1875" b="0">
                <a:solidFill>
                  <a:srgbClr val="243542"/>
                </a:solidFill>
                <a:latin typeface="Arial"/>
                <a:ea typeface="Arial"/>
                <a:cs typeface="Arial"/>
              </a:defRPr>
            </a:lvl3pPr>
            <a:lvl4pPr>
              <a:defRPr sz="1875" b="0">
                <a:solidFill>
                  <a:srgbClr val="243542"/>
                </a:solidFill>
                <a:latin typeface="Arial"/>
                <a:ea typeface="Arial"/>
                <a:cs typeface="Arial"/>
              </a:defRPr>
            </a:lvl4pPr>
            <a:lvl5pPr>
              <a:defRPr sz="1875" b="0">
                <a:solidFill>
                  <a:srgbClr val="243542"/>
                </a:solidFill>
                <a:latin typeface="Arial"/>
                <a:ea typeface="Arial"/>
                <a:cs typeface="Arial"/>
              </a:defRPr>
            </a:lvl5pPr>
            <a:lvl6pPr>
              <a:defRPr sz="1875" b="0">
                <a:solidFill>
                  <a:srgbClr val="243542"/>
                </a:solidFill>
                <a:latin typeface="Arial"/>
                <a:ea typeface="Arial"/>
                <a:cs typeface="Arial"/>
              </a:defRPr>
            </a:lvl6pPr>
            <a:lvl7pPr>
              <a:defRPr sz="1875" b="0">
                <a:solidFill>
                  <a:srgbClr val="243542"/>
                </a:solidFill>
                <a:latin typeface="Arial"/>
                <a:ea typeface="Arial"/>
                <a:cs typeface="Arial"/>
              </a:defRPr>
            </a:lvl7pPr>
            <a:lvl8pPr>
              <a:defRPr sz="1875" b="0">
                <a:solidFill>
                  <a:srgbClr val="243542"/>
                </a:solidFill>
                <a:latin typeface="Arial"/>
                <a:ea typeface="Arial"/>
                <a:cs typeface="Arial"/>
              </a:defRPr>
            </a:lvl8pPr>
            <a:lvl9pPr>
              <a:defRPr sz="1875" b="0">
                <a:solidFill>
                  <a:srgbClr val="243542"/>
                </a:solidFill>
                <a:latin typeface="Arial"/>
                <a:ea typeface="Arial"/>
                <a:cs typeface="Arial"/>
              </a:defRPr>
            </a:lvl9pPr>
          </a:lstStyle>
          <a:p xmlns:a="http://schemas.openxmlformats.org/drawingml/2006/main">
            <a:pPr>
              <a:defRPr sz="1875" b="0">
                <a:solidFill>
                  <a:srgbClr val="243542"/>
                </a:solidFill>
                <a:latin typeface="Arial"/>
                <a:ea typeface="Arial"/>
                <a:cs typeface="Arial"/>
              </a:defRPr>
            </a:pPr>
            <a:r>
              <a:rPr sz="1875" b="0">
                <a:solidFill>
                  <a:srgbClr val="243542"/>
                </a:solidFill>
                <a:latin typeface="Arial"/>
                <a:ea typeface="Arial"/>
                <a:cs typeface="Arial"/>
              </a:rPr>
              <a:t>Période de perte, ventes comparables, marge et charges évitées.</a:t>
            </a:r>
          </a:p>
        </p:txBody>
      </p:sp>
      <p:sp>
        <p:nvSpPr>
          <p:cNvPr id="16" name="">
            <a:extLst xmlns:a="http://schemas.openxmlformats.org/drawingml/2006/main">
              <a:ext uri="{FF2B5EF4-FFF2-40B4-BE49-F238E27FC236}">
                <a16:creationId xmlns:a16="http://schemas.microsoft.com/office/drawing/2014/main" id="{87C1FE76-C8EF-41A3-A3EE-4FC5EE4A1A8A}"/>
              </a:ext>
            </a:extLst>
          </p:cNvPr>
          <p:cNvSpPr>
            <a:spLocks xmlns:a="http://schemas.openxmlformats.org/drawingml/2006/main" noGrp="1"/>
          </p:cNvSpPr>
          <p:nvPr/>
        </p:nvSpPr>
        <p:spPr>
          <a:xfrm xmlns:a="http://schemas.openxmlformats.org/drawingml/2006/main">
            <a:off x="628650" y="514350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516374"/>
                </a:solidFill>
                <a:latin typeface="Arial"/>
                <a:ea typeface="Arial"/>
                <a:cs typeface="Arial"/>
              </a:defRPr>
            </a:defPPr>
            <a:lvl1pPr>
              <a:defRPr sz="2100" b="0">
                <a:solidFill>
                  <a:srgbClr val="516374"/>
                </a:solidFill>
                <a:latin typeface="Arial"/>
                <a:ea typeface="Arial"/>
                <a:cs typeface="Arial"/>
              </a:defRPr>
            </a:lvl1pPr>
            <a:lvl2pPr>
              <a:defRPr sz="2100" b="0">
                <a:solidFill>
                  <a:srgbClr val="516374"/>
                </a:solidFill>
                <a:latin typeface="Arial"/>
                <a:ea typeface="Arial"/>
                <a:cs typeface="Arial"/>
              </a:defRPr>
            </a:lvl2pPr>
            <a:lvl3pPr>
              <a:defRPr sz="2100" b="0">
                <a:solidFill>
                  <a:srgbClr val="516374"/>
                </a:solidFill>
                <a:latin typeface="Arial"/>
                <a:ea typeface="Arial"/>
                <a:cs typeface="Arial"/>
              </a:defRPr>
            </a:lvl3pPr>
            <a:lvl4pPr>
              <a:defRPr sz="2100" b="0">
                <a:solidFill>
                  <a:srgbClr val="516374"/>
                </a:solidFill>
                <a:latin typeface="Arial"/>
                <a:ea typeface="Arial"/>
                <a:cs typeface="Arial"/>
              </a:defRPr>
            </a:lvl4pPr>
            <a:lvl5pPr>
              <a:defRPr sz="2100" b="0">
                <a:solidFill>
                  <a:srgbClr val="516374"/>
                </a:solidFill>
                <a:latin typeface="Arial"/>
                <a:ea typeface="Arial"/>
                <a:cs typeface="Arial"/>
              </a:defRPr>
            </a:lvl5pPr>
            <a:lvl6pPr>
              <a:defRPr sz="2100" b="0">
                <a:solidFill>
                  <a:srgbClr val="516374"/>
                </a:solidFill>
                <a:latin typeface="Arial"/>
                <a:ea typeface="Arial"/>
                <a:cs typeface="Arial"/>
              </a:defRPr>
            </a:lvl6pPr>
            <a:lvl7pPr>
              <a:defRPr sz="2100" b="0">
                <a:solidFill>
                  <a:srgbClr val="516374"/>
                </a:solidFill>
                <a:latin typeface="Arial"/>
                <a:ea typeface="Arial"/>
                <a:cs typeface="Arial"/>
              </a:defRPr>
            </a:lvl7pPr>
            <a:lvl8pPr>
              <a:defRPr sz="2100" b="0">
                <a:solidFill>
                  <a:srgbClr val="516374"/>
                </a:solidFill>
                <a:latin typeface="Arial"/>
                <a:ea typeface="Arial"/>
                <a:cs typeface="Arial"/>
              </a:defRPr>
            </a:lvl8pPr>
            <a:lvl9pPr>
              <a:defRPr sz="2100" b="0">
                <a:solidFill>
                  <a:srgbClr val="516374"/>
                </a:solidFill>
                <a:latin typeface="Arial"/>
                <a:ea typeface="Arial"/>
                <a:cs typeface="Arial"/>
              </a:defRPr>
            </a:lvl9pPr>
          </a:lstStyle>
          <a:p xmlns:a="http://schemas.openxmlformats.org/drawingml/2006/main">
            <a:pPr>
              <a:defRPr sz="2100" b="0">
                <a:solidFill>
                  <a:srgbClr val="516374"/>
                </a:solidFill>
                <a:latin typeface="Arial"/>
                <a:ea typeface="Arial"/>
                <a:cs typeface="Arial"/>
              </a:defRPr>
            </a:pPr>
            <a:r>
              <a:rPr sz="2100" b="0">
                <a:solidFill>
                  <a:srgbClr val="516374"/>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C3CFE79E-03FA-4438-99E3-ADC5470E27D9}"/>
              </a:ext>
            </a:extLst>
          </p:cNvPr>
          <p:cNvSpPr>
            <a:spLocks xmlns:a="http://schemas.openxmlformats.org/drawingml/2006/main" noGrp="1"/>
          </p:cNvSpPr>
          <p:nvPr/>
        </p:nvSpPr>
        <p:spPr>
          <a:xfrm xmlns:a="http://schemas.openxmlformats.org/drawingml/2006/main">
            <a:off x="1504950" y="5143500"/>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7324D"/>
                </a:solidFill>
                <a:latin typeface="Arial"/>
                <a:ea typeface="Arial"/>
                <a:cs typeface="Arial"/>
              </a:defRPr>
            </a:defPPr>
            <a:lvl1pPr>
              <a:defRPr sz="2175" b="1">
                <a:solidFill>
                  <a:srgbClr val="17324D"/>
                </a:solidFill>
                <a:latin typeface="Arial"/>
                <a:ea typeface="Arial"/>
                <a:cs typeface="Arial"/>
              </a:defRPr>
            </a:lvl1pPr>
            <a:lvl2pPr>
              <a:defRPr sz="2175" b="1">
                <a:solidFill>
                  <a:srgbClr val="17324D"/>
                </a:solidFill>
                <a:latin typeface="Arial"/>
                <a:ea typeface="Arial"/>
                <a:cs typeface="Arial"/>
              </a:defRPr>
            </a:lvl2pPr>
            <a:lvl3pPr>
              <a:defRPr sz="2175" b="1">
                <a:solidFill>
                  <a:srgbClr val="17324D"/>
                </a:solidFill>
                <a:latin typeface="Arial"/>
                <a:ea typeface="Arial"/>
                <a:cs typeface="Arial"/>
              </a:defRPr>
            </a:lvl3pPr>
            <a:lvl4pPr>
              <a:defRPr sz="2175" b="1">
                <a:solidFill>
                  <a:srgbClr val="17324D"/>
                </a:solidFill>
                <a:latin typeface="Arial"/>
                <a:ea typeface="Arial"/>
                <a:cs typeface="Arial"/>
              </a:defRPr>
            </a:lvl4pPr>
            <a:lvl5pPr>
              <a:defRPr sz="2175" b="1">
                <a:solidFill>
                  <a:srgbClr val="17324D"/>
                </a:solidFill>
                <a:latin typeface="Arial"/>
                <a:ea typeface="Arial"/>
                <a:cs typeface="Arial"/>
              </a:defRPr>
            </a:lvl5pPr>
            <a:lvl6pPr>
              <a:defRPr sz="2175" b="1">
                <a:solidFill>
                  <a:srgbClr val="17324D"/>
                </a:solidFill>
                <a:latin typeface="Arial"/>
                <a:ea typeface="Arial"/>
                <a:cs typeface="Arial"/>
              </a:defRPr>
            </a:lvl6pPr>
            <a:lvl7pPr>
              <a:defRPr sz="2175" b="1">
                <a:solidFill>
                  <a:srgbClr val="17324D"/>
                </a:solidFill>
                <a:latin typeface="Arial"/>
                <a:ea typeface="Arial"/>
                <a:cs typeface="Arial"/>
              </a:defRPr>
            </a:lvl7pPr>
            <a:lvl8pPr>
              <a:defRPr sz="2175" b="1">
                <a:solidFill>
                  <a:srgbClr val="17324D"/>
                </a:solidFill>
                <a:latin typeface="Arial"/>
                <a:ea typeface="Arial"/>
                <a:cs typeface="Arial"/>
              </a:defRPr>
            </a:lvl8pPr>
            <a:lvl9pPr>
              <a:defRPr sz="2175" b="1">
                <a:solidFill>
                  <a:srgbClr val="17324D"/>
                </a:solidFill>
                <a:latin typeface="Arial"/>
                <a:ea typeface="Arial"/>
                <a:cs typeface="Arial"/>
              </a:defRPr>
            </a:lvl9pPr>
          </a:lstStyle>
          <a:p xmlns:a="http://schemas.openxmlformats.org/drawingml/2006/main">
            <a:pPr>
              <a:defRPr sz="2175" b="1">
                <a:solidFill>
                  <a:srgbClr val="17324D"/>
                </a:solidFill>
                <a:latin typeface="Arial"/>
                <a:ea typeface="Arial"/>
                <a:cs typeface="Arial"/>
              </a:defRPr>
            </a:pPr>
            <a:r>
              <a:rPr sz="2175" b="1">
                <a:solidFill>
                  <a:srgbClr val="17324D"/>
                </a:solidFill>
                <a:latin typeface="Arial"/>
                <a:ea typeface="Arial"/>
                <a:cs typeface="Arial"/>
              </a:rPr>
              <a:t>Versions et sources</a:t>
            </a:r>
          </a:p>
        </p:txBody>
      </p:sp>
      <p:sp>
        <p:nvSpPr>
          <p:cNvPr id="18" name="">
            <a:extLst xmlns:a="http://schemas.openxmlformats.org/drawingml/2006/main">
              <a:ext uri="{FF2B5EF4-FFF2-40B4-BE49-F238E27FC236}">
                <a16:creationId xmlns:a16="http://schemas.microsoft.com/office/drawing/2014/main" id="{E49230E6-726F-42CF-ADE2-4AD9B4C562EB}"/>
              </a:ext>
            </a:extLst>
          </p:cNvPr>
          <p:cNvSpPr>
            <a:spLocks xmlns:a="http://schemas.openxmlformats.org/drawingml/2006/main" noGrp="1"/>
          </p:cNvSpPr>
          <p:nvPr/>
        </p:nvSpPr>
        <p:spPr>
          <a:xfrm xmlns:a="http://schemas.openxmlformats.org/drawingml/2006/main">
            <a:off x="1504950" y="55435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243542"/>
                </a:solidFill>
                <a:latin typeface="Arial"/>
                <a:ea typeface="Arial"/>
                <a:cs typeface="Arial"/>
              </a:defRPr>
            </a:defPPr>
            <a:lvl1pPr>
              <a:defRPr sz="1875" b="0">
                <a:solidFill>
                  <a:srgbClr val="243542"/>
                </a:solidFill>
                <a:latin typeface="Arial"/>
                <a:ea typeface="Arial"/>
                <a:cs typeface="Arial"/>
              </a:defRPr>
            </a:lvl1pPr>
            <a:lvl2pPr>
              <a:defRPr sz="1875" b="0">
                <a:solidFill>
                  <a:srgbClr val="243542"/>
                </a:solidFill>
                <a:latin typeface="Arial"/>
                <a:ea typeface="Arial"/>
                <a:cs typeface="Arial"/>
              </a:defRPr>
            </a:lvl2pPr>
            <a:lvl3pPr>
              <a:defRPr sz="1875" b="0">
                <a:solidFill>
                  <a:srgbClr val="243542"/>
                </a:solidFill>
                <a:latin typeface="Arial"/>
                <a:ea typeface="Arial"/>
                <a:cs typeface="Arial"/>
              </a:defRPr>
            </a:lvl3pPr>
            <a:lvl4pPr>
              <a:defRPr sz="1875" b="0">
                <a:solidFill>
                  <a:srgbClr val="243542"/>
                </a:solidFill>
                <a:latin typeface="Arial"/>
                <a:ea typeface="Arial"/>
                <a:cs typeface="Arial"/>
              </a:defRPr>
            </a:lvl4pPr>
            <a:lvl5pPr>
              <a:defRPr sz="1875" b="0">
                <a:solidFill>
                  <a:srgbClr val="243542"/>
                </a:solidFill>
                <a:latin typeface="Arial"/>
                <a:ea typeface="Arial"/>
                <a:cs typeface="Arial"/>
              </a:defRPr>
            </a:lvl5pPr>
            <a:lvl6pPr>
              <a:defRPr sz="1875" b="0">
                <a:solidFill>
                  <a:srgbClr val="243542"/>
                </a:solidFill>
                <a:latin typeface="Arial"/>
                <a:ea typeface="Arial"/>
                <a:cs typeface="Arial"/>
              </a:defRPr>
            </a:lvl6pPr>
            <a:lvl7pPr>
              <a:defRPr sz="1875" b="0">
                <a:solidFill>
                  <a:srgbClr val="243542"/>
                </a:solidFill>
                <a:latin typeface="Arial"/>
                <a:ea typeface="Arial"/>
                <a:cs typeface="Arial"/>
              </a:defRPr>
            </a:lvl7pPr>
            <a:lvl8pPr>
              <a:defRPr sz="1875" b="0">
                <a:solidFill>
                  <a:srgbClr val="243542"/>
                </a:solidFill>
                <a:latin typeface="Arial"/>
                <a:ea typeface="Arial"/>
                <a:cs typeface="Arial"/>
              </a:defRPr>
            </a:lvl8pPr>
            <a:lvl9pPr>
              <a:defRPr sz="1875" b="0">
                <a:solidFill>
                  <a:srgbClr val="243542"/>
                </a:solidFill>
                <a:latin typeface="Arial"/>
                <a:ea typeface="Arial"/>
                <a:cs typeface="Arial"/>
              </a:defRPr>
            </a:lvl9pPr>
          </a:lstStyle>
          <a:p xmlns:a="http://schemas.openxmlformats.org/drawingml/2006/main">
            <a:pPr>
              <a:defRPr sz="1875" b="0">
                <a:solidFill>
                  <a:srgbClr val="243542"/>
                </a:solidFill>
                <a:latin typeface="Arial"/>
                <a:ea typeface="Arial"/>
                <a:cs typeface="Arial"/>
              </a:defRPr>
            </a:pPr>
            <a:r>
              <a:rPr sz="1875" b="0">
                <a:solidFill>
                  <a:srgbClr val="243542"/>
                </a:solidFill>
                <a:latin typeface="Arial"/>
                <a:ea typeface="Arial"/>
                <a:cs typeface="Arial"/>
              </a:rPr>
              <a:t>Facturation Harmony, réserve Hadmo, A281/A290 et dates originales.</a:t>
            </a:r>
          </a:p>
        </p:txBody>
      </p:sp>
    </p:spTree>
    <p:extLst>
      <p:ext uri="{BB962C8B-B14F-4D97-AF65-F5344CB8AC3E}">
        <p14:creationId xmlns:p14="http://schemas.microsoft.com/office/powerpoint/2010/main" val="5143270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2026-10-21T18:21:40.9310000Z</dcterms:created>
  <dcterms:modified xsi:type="dcterms:W3CDTF">2026-10-21T18:21:40.9310000Z</dcterms:modified>
</coreProperties>
</file>